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3" r:id="rId20"/>
    <p:sldId id="284" r:id="rId21"/>
    <p:sldId id="268" r:id="rId2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-13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C52D6-FC01-4D96-96A9-2114E2D5765F}" type="doc">
      <dgm:prSet loTypeId="urn:microsoft.com/office/officeart/2005/8/layout/process1" loCatId="process" qsTypeId="urn:microsoft.com/office/officeart/2005/8/quickstyle/simple4" qsCatId="simple" csTypeId="urn:microsoft.com/office/officeart/2005/8/colors/colorful2" csCatId="colorful" phldr="1"/>
      <dgm:spPr/>
    </dgm:pt>
    <dgm:pt modelId="{B9C77471-AA28-4581-BE7B-02220A2075B6}">
      <dgm:prSet phldrT="[Text]"/>
      <dgm:spPr/>
      <dgm:t>
        <a:bodyPr/>
        <a:lstStyle/>
        <a:p>
          <a:r>
            <a:rPr lang="en-US" dirty="0" smtClean="0"/>
            <a:t>Identifying</a:t>
          </a:r>
          <a:endParaRPr lang="en-US" dirty="0"/>
        </a:p>
      </dgm:t>
    </dgm:pt>
    <dgm:pt modelId="{08579120-17DC-4EFC-8AF1-0E6808AD1177}" type="parTrans" cxnId="{0CC16B15-F263-4DE6-B014-634C88D6393C}">
      <dgm:prSet/>
      <dgm:spPr/>
      <dgm:t>
        <a:bodyPr/>
        <a:lstStyle/>
        <a:p>
          <a:endParaRPr lang="en-US"/>
        </a:p>
      </dgm:t>
    </dgm:pt>
    <dgm:pt modelId="{0A6D38AC-8300-486C-A063-AE90D8A0C180}" type="sibTrans" cxnId="{0CC16B15-F263-4DE6-B014-634C88D6393C}">
      <dgm:prSet/>
      <dgm:spPr/>
      <dgm:t>
        <a:bodyPr/>
        <a:lstStyle/>
        <a:p>
          <a:endParaRPr lang="en-US"/>
        </a:p>
      </dgm:t>
    </dgm:pt>
    <dgm:pt modelId="{1377CE5D-248B-41AC-A17F-C33312D27BF9}">
      <dgm:prSet phldrT="[Text]"/>
      <dgm:spPr/>
      <dgm:t>
        <a:bodyPr/>
        <a:lstStyle/>
        <a:p>
          <a:r>
            <a:rPr lang="en-US" dirty="0" smtClean="0"/>
            <a:t>Preserving</a:t>
          </a:r>
          <a:endParaRPr lang="en-US" dirty="0"/>
        </a:p>
      </dgm:t>
    </dgm:pt>
    <dgm:pt modelId="{B1BDDAD1-2797-40DB-AB95-8A33FB6BFDEE}" type="parTrans" cxnId="{5C85BD7A-4345-4E43-9FDB-F9CF7FFA6333}">
      <dgm:prSet/>
      <dgm:spPr/>
      <dgm:t>
        <a:bodyPr/>
        <a:lstStyle/>
        <a:p>
          <a:endParaRPr lang="en-US"/>
        </a:p>
      </dgm:t>
    </dgm:pt>
    <dgm:pt modelId="{8720CAA3-9F28-4134-BE11-68230BD29193}" type="sibTrans" cxnId="{5C85BD7A-4345-4E43-9FDB-F9CF7FFA6333}">
      <dgm:prSet/>
      <dgm:spPr/>
      <dgm:t>
        <a:bodyPr/>
        <a:lstStyle/>
        <a:p>
          <a:endParaRPr lang="en-US"/>
        </a:p>
      </dgm:t>
    </dgm:pt>
    <dgm:pt modelId="{AC022619-50D9-4B2C-BD1E-11EA9E45877D}">
      <dgm:prSet phldrT="[Text]"/>
      <dgm:spPr/>
      <dgm:t>
        <a:bodyPr/>
        <a:lstStyle/>
        <a:p>
          <a:r>
            <a:rPr lang="en-US" dirty="0" smtClean="0"/>
            <a:t>Analyzing</a:t>
          </a:r>
          <a:endParaRPr lang="en-US" dirty="0"/>
        </a:p>
      </dgm:t>
    </dgm:pt>
    <dgm:pt modelId="{EDAF2BC8-4A82-40AD-9132-E2C3A78124F6}" type="parTrans" cxnId="{D1012063-EF21-4163-AF15-217E7D1D1823}">
      <dgm:prSet/>
      <dgm:spPr/>
      <dgm:t>
        <a:bodyPr/>
        <a:lstStyle/>
        <a:p>
          <a:endParaRPr lang="en-US"/>
        </a:p>
      </dgm:t>
    </dgm:pt>
    <dgm:pt modelId="{1C382BAC-90A5-4B07-B880-98BC22798E85}" type="sibTrans" cxnId="{D1012063-EF21-4163-AF15-217E7D1D1823}">
      <dgm:prSet/>
      <dgm:spPr/>
      <dgm:t>
        <a:bodyPr/>
        <a:lstStyle/>
        <a:p>
          <a:endParaRPr lang="en-US"/>
        </a:p>
      </dgm:t>
    </dgm:pt>
    <dgm:pt modelId="{96F8AD77-D9AA-4E3F-9C3B-5FC374EEDE77}">
      <dgm:prSet phldrT="[Text]"/>
      <dgm:spPr/>
      <dgm:t>
        <a:bodyPr/>
        <a:lstStyle/>
        <a:p>
          <a:r>
            <a:rPr lang="en-US" dirty="0" smtClean="0"/>
            <a:t>Presenting Evidence</a:t>
          </a:r>
          <a:endParaRPr lang="en-US" dirty="0"/>
        </a:p>
      </dgm:t>
    </dgm:pt>
    <dgm:pt modelId="{8ED287A2-F112-4B69-B3EF-6B5ADC5584DD}" type="parTrans" cxnId="{F8BD2736-AF57-4729-AF4F-72B09B42AD21}">
      <dgm:prSet/>
      <dgm:spPr/>
      <dgm:t>
        <a:bodyPr/>
        <a:lstStyle/>
        <a:p>
          <a:endParaRPr lang="en-US"/>
        </a:p>
      </dgm:t>
    </dgm:pt>
    <dgm:pt modelId="{09C873B3-344F-436D-AB9A-F64474AB26A8}" type="sibTrans" cxnId="{F8BD2736-AF57-4729-AF4F-72B09B42AD21}">
      <dgm:prSet/>
      <dgm:spPr/>
      <dgm:t>
        <a:bodyPr/>
        <a:lstStyle/>
        <a:p>
          <a:endParaRPr lang="en-US"/>
        </a:p>
      </dgm:t>
    </dgm:pt>
    <dgm:pt modelId="{795719EC-C698-4678-8389-8E26A7DAD3B8}" type="pres">
      <dgm:prSet presAssocID="{031C52D6-FC01-4D96-96A9-2114E2D5765F}" presName="Name0" presStyleCnt="0">
        <dgm:presLayoutVars>
          <dgm:dir/>
          <dgm:resizeHandles val="exact"/>
        </dgm:presLayoutVars>
      </dgm:prSet>
      <dgm:spPr/>
    </dgm:pt>
    <dgm:pt modelId="{98A5A90D-FAF7-44E3-B56D-C8E74D61CED1}" type="pres">
      <dgm:prSet presAssocID="{B9C77471-AA28-4581-BE7B-02220A2075B6}" presName="node" presStyleLbl="node1" presStyleIdx="0" presStyleCnt="4">
        <dgm:presLayoutVars>
          <dgm:bulletEnabled val="1"/>
        </dgm:presLayoutVars>
      </dgm:prSet>
      <dgm:spPr/>
    </dgm:pt>
    <dgm:pt modelId="{09B96D98-B416-41A8-A5C2-523641F70637}" type="pres">
      <dgm:prSet presAssocID="{0A6D38AC-8300-486C-A063-AE90D8A0C180}" presName="sibTrans" presStyleLbl="sibTrans2D1" presStyleIdx="0" presStyleCnt="3"/>
      <dgm:spPr/>
    </dgm:pt>
    <dgm:pt modelId="{E6DC24EE-C18F-4669-B79B-03C866699E0B}" type="pres">
      <dgm:prSet presAssocID="{0A6D38AC-8300-486C-A063-AE90D8A0C180}" presName="connectorText" presStyleLbl="sibTrans2D1" presStyleIdx="0" presStyleCnt="3"/>
      <dgm:spPr/>
    </dgm:pt>
    <dgm:pt modelId="{022EAB98-7959-405C-B645-E1DB084E79F6}" type="pres">
      <dgm:prSet presAssocID="{1377CE5D-248B-41AC-A17F-C33312D27BF9}" presName="node" presStyleLbl="node1" presStyleIdx="1" presStyleCnt="4">
        <dgm:presLayoutVars>
          <dgm:bulletEnabled val="1"/>
        </dgm:presLayoutVars>
      </dgm:prSet>
      <dgm:spPr/>
    </dgm:pt>
    <dgm:pt modelId="{831C4EA2-BED2-4E82-BE20-EBE62A068DFA}" type="pres">
      <dgm:prSet presAssocID="{8720CAA3-9F28-4134-BE11-68230BD29193}" presName="sibTrans" presStyleLbl="sibTrans2D1" presStyleIdx="1" presStyleCnt="3"/>
      <dgm:spPr/>
    </dgm:pt>
    <dgm:pt modelId="{A6300441-45B6-4EB1-AA6E-0E2A2F0B706F}" type="pres">
      <dgm:prSet presAssocID="{8720CAA3-9F28-4134-BE11-68230BD29193}" presName="connectorText" presStyleLbl="sibTrans2D1" presStyleIdx="1" presStyleCnt="3"/>
      <dgm:spPr/>
    </dgm:pt>
    <dgm:pt modelId="{4157EC4B-2C6D-4F60-A0EC-57C5C466EC0C}" type="pres">
      <dgm:prSet presAssocID="{AC022619-50D9-4B2C-BD1E-11EA9E45877D}" presName="node" presStyleLbl="node1" presStyleIdx="2" presStyleCnt="4">
        <dgm:presLayoutVars>
          <dgm:bulletEnabled val="1"/>
        </dgm:presLayoutVars>
      </dgm:prSet>
      <dgm:spPr/>
    </dgm:pt>
    <dgm:pt modelId="{640C4410-09E4-4FA8-8FB1-417BA9DBDAB3}" type="pres">
      <dgm:prSet presAssocID="{1C382BAC-90A5-4B07-B880-98BC22798E85}" presName="sibTrans" presStyleLbl="sibTrans2D1" presStyleIdx="2" presStyleCnt="3"/>
      <dgm:spPr/>
    </dgm:pt>
    <dgm:pt modelId="{D34B5732-80AF-4029-95A2-FDD6A45AD730}" type="pres">
      <dgm:prSet presAssocID="{1C382BAC-90A5-4B07-B880-98BC22798E85}" presName="connectorText" presStyleLbl="sibTrans2D1" presStyleIdx="2" presStyleCnt="3"/>
      <dgm:spPr/>
    </dgm:pt>
    <dgm:pt modelId="{37D7CBC1-F234-483F-A314-37B649765F34}" type="pres">
      <dgm:prSet presAssocID="{96F8AD77-D9AA-4E3F-9C3B-5FC374EEDE77}" presName="node" presStyleLbl="node1" presStyleIdx="3" presStyleCnt="4">
        <dgm:presLayoutVars>
          <dgm:bulletEnabled val="1"/>
        </dgm:presLayoutVars>
      </dgm:prSet>
      <dgm:spPr/>
    </dgm:pt>
  </dgm:ptLst>
  <dgm:cxnLst>
    <dgm:cxn modelId="{A3BD9D57-C853-4E83-AC47-69681491EABC}" type="presOf" srcId="{0A6D38AC-8300-486C-A063-AE90D8A0C180}" destId="{E6DC24EE-C18F-4669-B79B-03C866699E0B}" srcOrd="1" destOrd="0" presId="urn:microsoft.com/office/officeart/2005/8/layout/process1"/>
    <dgm:cxn modelId="{0CC16B15-F263-4DE6-B014-634C88D6393C}" srcId="{031C52D6-FC01-4D96-96A9-2114E2D5765F}" destId="{B9C77471-AA28-4581-BE7B-02220A2075B6}" srcOrd="0" destOrd="0" parTransId="{08579120-17DC-4EFC-8AF1-0E6808AD1177}" sibTransId="{0A6D38AC-8300-486C-A063-AE90D8A0C180}"/>
    <dgm:cxn modelId="{E9FC0818-39EA-4384-8417-8263CD672968}" type="presOf" srcId="{0A6D38AC-8300-486C-A063-AE90D8A0C180}" destId="{09B96D98-B416-41A8-A5C2-523641F70637}" srcOrd="0" destOrd="0" presId="urn:microsoft.com/office/officeart/2005/8/layout/process1"/>
    <dgm:cxn modelId="{E4B6CAA4-CE6C-40F2-87F5-9451451690C2}" type="presOf" srcId="{AC022619-50D9-4B2C-BD1E-11EA9E45877D}" destId="{4157EC4B-2C6D-4F60-A0EC-57C5C466EC0C}" srcOrd="0" destOrd="0" presId="urn:microsoft.com/office/officeart/2005/8/layout/process1"/>
    <dgm:cxn modelId="{D1012063-EF21-4163-AF15-217E7D1D1823}" srcId="{031C52D6-FC01-4D96-96A9-2114E2D5765F}" destId="{AC022619-50D9-4B2C-BD1E-11EA9E45877D}" srcOrd="2" destOrd="0" parTransId="{EDAF2BC8-4A82-40AD-9132-E2C3A78124F6}" sibTransId="{1C382BAC-90A5-4B07-B880-98BC22798E85}"/>
    <dgm:cxn modelId="{A52FAE72-3AE8-4FB0-B99C-7AA065EC7FD3}" type="presOf" srcId="{96F8AD77-D9AA-4E3F-9C3B-5FC374EEDE77}" destId="{37D7CBC1-F234-483F-A314-37B649765F34}" srcOrd="0" destOrd="0" presId="urn:microsoft.com/office/officeart/2005/8/layout/process1"/>
    <dgm:cxn modelId="{5C85BD7A-4345-4E43-9FDB-F9CF7FFA6333}" srcId="{031C52D6-FC01-4D96-96A9-2114E2D5765F}" destId="{1377CE5D-248B-41AC-A17F-C33312D27BF9}" srcOrd="1" destOrd="0" parTransId="{B1BDDAD1-2797-40DB-AB95-8A33FB6BFDEE}" sibTransId="{8720CAA3-9F28-4134-BE11-68230BD29193}"/>
    <dgm:cxn modelId="{F0794858-CD1C-481E-AD72-D71273AFA80B}" type="presOf" srcId="{1377CE5D-248B-41AC-A17F-C33312D27BF9}" destId="{022EAB98-7959-405C-B645-E1DB084E79F6}" srcOrd="0" destOrd="0" presId="urn:microsoft.com/office/officeart/2005/8/layout/process1"/>
    <dgm:cxn modelId="{F8BD2736-AF57-4729-AF4F-72B09B42AD21}" srcId="{031C52D6-FC01-4D96-96A9-2114E2D5765F}" destId="{96F8AD77-D9AA-4E3F-9C3B-5FC374EEDE77}" srcOrd="3" destOrd="0" parTransId="{8ED287A2-F112-4B69-B3EF-6B5ADC5584DD}" sibTransId="{09C873B3-344F-436D-AB9A-F64474AB26A8}"/>
    <dgm:cxn modelId="{AEFCD27A-9052-4E60-AD3E-B39E2914D690}" type="presOf" srcId="{B9C77471-AA28-4581-BE7B-02220A2075B6}" destId="{98A5A90D-FAF7-44E3-B56D-C8E74D61CED1}" srcOrd="0" destOrd="0" presId="urn:microsoft.com/office/officeart/2005/8/layout/process1"/>
    <dgm:cxn modelId="{708AEADD-E3A1-4920-B8B2-8E0BE9E871EE}" type="presOf" srcId="{1C382BAC-90A5-4B07-B880-98BC22798E85}" destId="{640C4410-09E4-4FA8-8FB1-417BA9DBDAB3}" srcOrd="0" destOrd="0" presId="urn:microsoft.com/office/officeart/2005/8/layout/process1"/>
    <dgm:cxn modelId="{4212474B-F293-44A1-B03D-9DB5486A7E1A}" type="presOf" srcId="{8720CAA3-9F28-4134-BE11-68230BD29193}" destId="{831C4EA2-BED2-4E82-BE20-EBE62A068DFA}" srcOrd="0" destOrd="0" presId="urn:microsoft.com/office/officeart/2005/8/layout/process1"/>
    <dgm:cxn modelId="{86D91D32-8827-49F5-9326-9BDBEC6A105D}" type="presOf" srcId="{031C52D6-FC01-4D96-96A9-2114E2D5765F}" destId="{795719EC-C698-4678-8389-8E26A7DAD3B8}" srcOrd="0" destOrd="0" presId="urn:microsoft.com/office/officeart/2005/8/layout/process1"/>
    <dgm:cxn modelId="{96B3FB17-537A-4A5E-8D75-E9E60C6F09D7}" type="presOf" srcId="{1C382BAC-90A5-4B07-B880-98BC22798E85}" destId="{D34B5732-80AF-4029-95A2-FDD6A45AD730}" srcOrd="1" destOrd="0" presId="urn:microsoft.com/office/officeart/2005/8/layout/process1"/>
    <dgm:cxn modelId="{68807D1D-313D-4242-915F-902F864AB9EE}" type="presOf" srcId="{8720CAA3-9F28-4134-BE11-68230BD29193}" destId="{A6300441-45B6-4EB1-AA6E-0E2A2F0B706F}" srcOrd="1" destOrd="0" presId="urn:microsoft.com/office/officeart/2005/8/layout/process1"/>
    <dgm:cxn modelId="{3130EBFE-256B-44FF-B4F1-3D163F093012}" type="presParOf" srcId="{795719EC-C698-4678-8389-8E26A7DAD3B8}" destId="{98A5A90D-FAF7-44E3-B56D-C8E74D61CED1}" srcOrd="0" destOrd="0" presId="urn:microsoft.com/office/officeart/2005/8/layout/process1"/>
    <dgm:cxn modelId="{5871EEF3-A9D4-459D-B5D3-54674F2860FB}" type="presParOf" srcId="{795719EC-C698-4678-8389-8E26A7DAD3B8}" destId="{09B96D98-B416-41A8-A5C2-523641F70637}" srcOrd="1" destOrd="0" presId="urn:microsoft.com/office/officeart/2005/8/layout/process1"/>
    <dgm:cxn modelId="{6863D093-927D-4C6E-BF5B-A3114C575FB8}" type="presParOf" srcId="{09B96D98-B416-41A8-A5C2-523641F70637}" destId="{E6DC24EE-C18F-4669-B79B-03C866699E0B}" srcOrd="0" destOrd="0" presId="urn:microsoft.com/office/officeart/2005/8/layout/process1"/>
    <dgm:cxn modelId="{DEDDF13D-EBAE-4263-AB36-D2270A05697F}" type="presParOf" srcId="{795719EC-C698-4678-8389-8E26A7DAD3B8}" destId="{022EAB98-7959-405C-B645-E1DB084E79F6}" srcOrd="2" destOrd="0" presId="urn:microsoft.com/office/officeart/2005/8/layout/process1"/>
    <dgm:cxn modelId="{E8605BBD-8835-48CE-988B-A94F79FD9815}" type="presParOf" srcId="{795719EC-C698-4678-8389-8E26A7DAD3B8}" destId="{831C4EA2-BED2-4E82-BE20-EBE62A068DFA}" srcOrd="3" destOrd="0" presId="urn:microsoft.com/office/officeart/2005/8/layout/process1"/>
    <dgm:cxn modelId="{1B830376-E360-482F-AFAE-AD1729EBD51E}" type="presParOf" srcId="{831C4EA2-BED2-4E82-BE20-EBE62A068DFA}" destId="{A6300441-45B6-4EB1-AA6E-0E2A2F0B706F}" srcOrd="0" destOrd="0" presId="urn:microsoft.com/office/officeart/2005/8/layout/process1"/>
    <dgm:cxn modelId="{3F5AC532-1EF0-49D6-9ADC-FC9C9E798B84}" type="presParOf" srcId="{795719EC-C698-4678-8389-8E26A7DAD3B8}" destId="{4157EC4B-2C6D-4F60-A0EC-57C5C466EC0C}" srcOrd="4" destOrd="0" presId="urn:microsoft.com/office/officeart/2005/8/layout/process1"/>
    <dgm:cxn modelId="{128D1A7E-F164-4210-AA88-B9D41A2681E7}" type="presParOf" srcId="{795719EC-C698-4678-8389-8E26A7DAD3B8}" destId="{640C4410-09E4-4FA8-8FB1-417BA9DBDAB3}" srcOrd="5" destOrd="0" presId="urn:microsoft.com/office/officeart/2005/8/layout/process1"/>
    <dgm:cxn modelId="{C2CA7BBE-FD3A-4BF8-B516-C511E0708356}" type="presParOf" srcId="{640C4410-09E4-4FA8-8FB1-417BA9DBDAB3}" destId="{D34B5732-80AF-4029-95A2-FDD6A45AD730}" srcOrd="0" destOrd="0" presId="urn:microsoft.com/office/officeart/2005/8/layout/process1"/>
    <dgm:cxn modelId="{F3A8651A-1D43-4C34-8C11-86998541F3BF}" type="presParOf" srcId="{795719EC-C698-4678-8389-8E26A7DAD3B8}" destId="{37D7CBC1-F234-483F-A314-37B649765F34}" srcOrd="6" destOrd="0" presId="urn:microsoft.com/office/officeart/2005/8/layout/process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FAA662-72D0-4D8F-8470-C42F3835B213}" type="doc">
      <dgm:prSet loTypeId="urn:microsoft.com/office/officeart/2005/8/layout/hierarchy2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7E2C319-0ED4-4BAF-B313-F9EEAA8C4191}">
      <dgm:prSet phldrT="[Text]"/>
      <dgm:spPr/>
      <dgm:t>
        <a:bodyPr/>
        <a:lstStyle/>
        <a:p>
          <a:r>
            <a:rPr lang="en-US" dirty="0" smtClean="0"/>
            <a:t>Cyberattacks</a:t>
          </a:r>
          <a:endParaRPr lang="en-US" dirty="0"/>
        </a:p>
      </dgm:t>
    </dgm:pt>
    <dgm:pt modelId="{ECE3B0CA-2A61-4E08-B2E9-CD67933E1916}" type="parTrans" cxnId="{7B1FEE36-BC4B-49B3-8F21-A88069846EA8}">
      <dgm:prSet/>
      <dgm:spPr/>
      <dgm:t>
        <a:bodyPr/>
        <a:lstStyle/>
        <a:p>
          <a:endParaRPr lang="en-US"/>
        </a:p>
      </dgm:t>
    </dgm:pt>
    <dgm:pt modelId="{D91B80B3-4CB1-43EC-A77C-78EE9664EEA7}" type="sibTrans" cxnId="{7B1FEE36-BC4B-49B3-8F21-A88069846EA8}">
      <dgm:prSet/>
      <dgm:spPr/>
      <dgm:t>
        <a:bodyPr/>
        <a:lstStyle/>
        <a:p>
          <a:endParaRPr lang="en-US"/>
        </a:p>
      </dgm:t>
    </dgm:pt>
    <dgm:pt modelId="{6ACCAFA1-2B1F-499C-98DD-793C43425E28}">
      <dgm:prSet phldrT="[Text]"/>
      <dgm:spPr/>
      <dgm:t>
        <a:bodyPr/>
        <a:lstStyle/>
        <a:p>
          <a:r>
            <a:rPr lang="en-US" dirty="0" smtClean="0"/>
            <a:t>Phishing</a:t>
          </a:r>
          <a:endParaRPr lang="en-US" dirty="0"/>
        </a:p>
      </dgm:t>
    </dgm:pt>
    <dgm:pt modelId="{0ECBB439-9CE8-470C-9B15-FFA2D5A7165C}" type="parTrans" cxnId="{2E8AD681-78CA-49A3-9243-6C18B16EFD1F}">
      <dgm:prSet/>
      <dgm:spPr/>
      <dgm:t>
        <a:bodyPr/>
        <a:lstStyle/>
        <a:p>
          <a:endParaRPr lang="en-US"/>
        </a:p>
      </dgm:t>
    </dgm:pt>
    <dgm:pt modelId="{1C91C6AD-E9A3-408E-91AD-0323D53D7BA6}" type="sibTrans" cxnId="{2E8AD681-78CA-49A3-9243-6C18B16EFD1F}">
      <dgm:prSet/>
      <dgm:spPr/>
      <dgm:t>
        <a:bodyPr/>
        <a:lstStyle/>
        <a:p>
          <a:endParaRPr lang="en-US"/>
        </a:p>
      </dgm:t>
    </dgm:pt>
    <dgm:pt modelId="{FACBFA28-5F30-4DA9-A9FE-0A3E6CD4E855}">
      <dgm:prSet phldrT="[Text]"/>
      <dgm:spPr/>
      <dgm:t>
        <a:bodyPr/>
        <a:lstStyle/>
        <a:p>
          <a:r>
            <a:rPr lang="en-US" dirty="0" smtClean="0"/>
            <a:t>Malware</a:t>
          </a:r>
          <a:endParaRPr lang="en-US" dirty="0"/>
        </a:p>
      </dgm:t>
    </dgm:pt>
    <dgm:pt modelId="{3D11738A-0461-4A95-97C3-AB0FE3E5C746}" type="parTrans" cxnId="{F291B994-55C8-48DE-8161-B7EAD410ABEE}">
      <dgm:prSet/>
      <dgm:spPr/>
      <dgm:t>
        <a:bodyPr/>
        <a:lstStyle/>
        <a:p>
          <a:endParaRPr lang="en-US"/>
        </a:p>
      </dgm:t>
    </dgm:pt>
    <dgm:pt modelId="{C1326156-9A4B-4AE8-A202-07FAFC78DDC1}" type="sibTrans" cxnId="{F291B994-55C8-48DE-8161-B7EAD410ABEE}">
      <dgm:prSet/>
      <dgm:spPr/>
      <dgm:t>
        <a:bodyPr/>
        <a:lstStyle/>
        <a:p>
          <a:endParaRPr lang="en-US"/>
        </a:p>
      </dgm:t>
    </dgm:pt>
    <dgm:pt modelId="{F1397DB4-3C7E-4F3C-842F-9A65DDDF6C42}">
      <dgm:prSet phldrT="[Text]"/>
      <dgm:spPr/>
      <dgm:t>
        <a:bodyPr/>
        <a:lstStyle/>
        <a:p>
          <a:r>
            <a:rPr lang="en-US" dirty="0" smtClean="0"/>
            <a:t>Ransom ware</a:t>
          </a:r>
          <a:endParaRPr lang="en-US" dirty="0"/>
        </a:p>
      </dgm:t>
    </dgm:pt>
    <dgm:pt modelId="{6CC07702-AFFF-4215-B5C8-D436DDD2B811}" type="parTrans" cxnId="{F379E399-2DA0-4EA9-AFFD-6B54875B392A}">
      <dgm:prSet/>
      <dgm:spPr/>
      <dgm:t>
        <a:bodyPr/>
        <a:lstStyle/>
        <a:p>
          <a:endParaRPr lang="en-US"/>
        </a:p>
      </dgm:t>
    </dgm:pt>
    <dgm:pt modelId="{31C59C9D-53F7-4781-B288-4B1C74875EBF}" type="sibTrans" cxnId="{F379E399-2DA0-4EA9-AFFD-6B54875B392A}">
      <dgm:prSet/>
      <dgm:spPr/>
      <dgm:t>
        <a:bodyPr/>
        <a:lstStyle/>
        <a:p>
          <a:endParaRPr lang="en-US"/>
        </a:p>
      </dgm:t>
    </dgm:pt>
    <dgm:pt modelId="{F7D9A259-C1D7-440D-A51F-009109095E98}">
      <dgm:prSet phldrT="[Text]"/>
      <dgm:spPr/>
      <dgm:t>
        <a:bodyPr/>
        <a:lstStyle/>
        <a:p>
          <a:r>
            <a:rPr lang="en-US" dirty="0" smtClean="0"/>
            <a:t>……….</a:t>
          </a:r>
          <a:endParaRPr lang="en-US" dirty="0"/>
        </a:p>
      </dgm:t>
    </dgm:pt>
    <dgm:pt modelId="{4C362E16-03E6-40C5-8E99-0F65BC17BE0B}" type="parTrans" cxnId="{7479A993-2079-4971-B2F3-89D3E3FA5FB0}">
      <dgm:prSet/>
      <dgm:spPr/>
      <dgm:t>
        <a:bodyPr/>
        <a:lstStyle/>
        <a:p>
          <a:endParaRPr lang="en-US"/>
        </a:p>
      </dgm:t>
    </dgm:pt>
    <dgm:pt modelId="{86E38579-1952-4A91-9FBD-A993826F010F}" type="sibTrans" cxnId="{7479A993-2079-4971-B2F3-89D3E3FA5FB0}">
      <dgm:prSet/>
      <dgm:spPr/>
      <dgm:t>
        <a:bodyPr/>
        <a:lstStyle/>
        <a:p>
          <a:endParaRPr lang="en-US"/>
        </a:p>
      </dgm:t>
    </dgm:pt>
    <dgm:pt modelId="{3E536172-05F6-4C4D-9C5E-8BE4F184ABF0}" type="pres">
      <dgm:prSet presAssocID="{09FAA662-72D0-4D8F-8470-C42F3835B2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FADF2B-CFEF-44D9-8482-92B0514B61C2}" type="pres">
      <dgm:prSet presAssocID="{87E2C319-0ED4-4BAF-B313-F9EEAA8C4191}" presName="root1" presStyleCnt="0"/>
      <dgm:spPr/>
    </dgm:pt>
    <dgm:pt modelId="{5FBF0090-5468-446B-8C40-8D519EFC8B1D}" type="pres">
      <dgm:prSet presAssocID="{87E2C319-0ED4-4BAF-B313-F9EEAA8C4191}" presName="LevelOneTextNode" presStyleLbl="node0" presStyleIdx="0" presStyleCnt="1">
        <dgm:presLayoutVars>
          <dgm:chPref val="3"/>
        </dgm:presLayoutVars>
      </dgm:prSet>
      <dgm:spPr/>
    </dgm:pt>
    <dgm:pt modelId="{D8AE2368-D092-482D-B705-FCDFB090F01D}" type="pres">
      <dgm:prSet presAssocID="{87E2C319-0ED4-4BAF-B313-F9EEAA8C4191}" presName="level2hierChild" presStyleCnt="0"/>
      <dgm:spPr/>
    </dgm:pt>
    <dgm:pt modelId="{5572CB92-1C00-443D-9798-55FBEE31D578}" type="pres">
      <dgm:prSet presAssocID="{0ECBB439-9CE8-470C-9B15-FFA2D5A7165C}" presName="conn2-1" presStyleLbl="parChTrans1D2" presStyleIdx="0" presStyleCnt="4"/>
      <dgm:spPr/>
    </dgm:pt>
    <dgm:pt modelId="{24AA3510-2DBF-4E2D-99AB-917B30AD3C6D}" type="pres">
      <dgm:prSet presAssocID="{0ECBB439-9CE8-470C-9B15-FFA2D5A7165C}" presName="connTx" presStyleLbl="parChTrans1D2" presStyleIdx="0" presStyleCnt="4"/>
      <dgm:spPr/>
    </dgm:pt>
    <dgm:pt modelId="{4E69654D-5A60-4FDD-A14F-4BBE788213A7}" type="pres">
      <dgm:prSet presAssocID="{6ACCAFA1-2B1F-499C-98DD-793C43425E28}" presName="root2" presStyleCnt="0"/>
      <dgm:spPr/>
    </dgm:pt>
    <dgm:pt modelId="{81B89B50-FD60-443F-A5B1-8B56AEA138B9}" type="pres">
      <dgm:prSet presAssocID="{6ACCAFA1-2B1F-499C-98DD-793C43425E28}" presName="LevelTwoTextNode" presStyleLbl="node2" presStyleIdx="0" presStyleCnt="4">
        <dgm:presLayoutVars>
          <dgm:chPref val="3"/>
        </dgm:presLayoutVars>
      </dgm:prSet>
      <dgm:spPr/>
    </dgm:pt>
    <dgm:pt modelId="{77B09FC5-9098-49E3-B7FB-78D777F11AF1}" type="pres">
      <dgm:prSet presAssocID="{6ACCAFA1-2B1F-499C-98DD-793C43425E28}" presName="level3hierChild" presStyleCnt="0"/>
      <dgm:spPr/>
    </dgm:pt>
    <dgm:pt modelId="{942BF338-1285-4A86-BCFE-C8E0D1465985}" type="pres">
      <dgm:prSet presAssocID="{3D11738A-0461-4A95-97C3-AB0FE3E5C746}" presName="conn2-1" presStyleLbl="parChTrans1D2" presStyleIdx="1" presStyleCnt="4"/>
      <dgm:spPr/>
    </dgm:pt>
    <dgm:pt modelId="{BE7C6B08-FDC9-4939-AE6B-824C0FF3DD9C}" type="pres">
      <dgm:prSet presAssocID="{3D11738A-0461-4A95-97C3-AB0FE3E5C746}" presName="connTx" presStyleLbl="parChTrans1D2" presStyleIdx="1" presStyleCnt="4"/>
      <dgm:spPr/>
    </dgm:pt>
    <dgm:pt modelId="{EA5B6C2F-16C6-4860-B7F3-B35528A13CD4}" type="pres">
      <dgm:prSet presAssocID="{FACBFA28-5F30-4DA9-A9FE-0A3E6CD4E855}" presName="root2" presStyleCnt="0"/>
      <dgm:spPr/>
    </dgm:pt>
    <dgm:pt modelId="{34AAE011-1045-44D3-B2BB-206786B345A7}" type="pres">
      <dgm:prSet presAssocID="{FACBFA28-5F30-4DA9-A9FE-0A3E6CD4E855}" presName="LevelTwoTextNode" presStyleLbl="node2" presStyleIdx="1" presStyleCnt="4">
        <dgm:presLayoutVars>
          <dgm:chPref val="3"/>
        </dgm:presLayoutVars>
      </dgm:prSet>
      <dgm:spPr/>
    </dgm:pt>
    <dgm:pt modelId="{451E9F39-5AC0-4BB4-AFE4-1E2600C3211B}" type="pres">
      <dgm:prSet presAssocID="{FACBFA28-5F30-4DA9-A9FE-0A3E6CD4E855}" presName="level3hierChild" presStyleCnt="0"/>
      <dgm:spPr/>
    </dgm:pt>
    <dgm:pt modelId="{C6ECECE0-8431-4F95-AAF3-FF1D6862D0C2}" type="pres">
      <dgm:prSet presAssocID="{6CC07702-AFFF-4215-B5C8-D436DDD2B811}" presName="conn2-1" presStyleLbl="parChTrans1D2" presStyleIdx="2" presStyleCnt="4"/>
      <dgm:spPr/>
    </dgm:pt>
    <dgm:pt modelId="{1C4FBC30-3F3E-48E4-AB6E-D68943B61B62}" type="pres">
      <dgm:prSet presAssocID="{6CC07702-AFFF-4215-B5C8-D436DDD2B811}" presName="connTx" presStyleLbl="parChTrans1D2" presStyleIdx="2" presStyleCnt="4"/>
      <dgm:spPr/>
    </dgm:pt>
    <dgm:pt modelId="{AA6C6362-9D9A-40B8-8F5E-64750A91C4B1}" type="pres">
      <dgm:prSet presAssocID="{F1397DB4-3C7E-4F3C-842F-9A65DDDF6C42}" presName="root2" presStyleCnt="0"/>
      <dgm:spPr/>
    </dgm:pt>
    <dgm:pt modelId="{B6A26DD9-AD47-412B-8B55-ED565A49F594}" type="pres">
      <dgm:prSet presAssocID="{F1397DB4-3C7E-4F3C-842F-9A65DDDF6C42}" presName="LevelTwoTextNode" presStyleLbl="node2" presStyleIdx="2" presStyleCnt="4">
        <dgm:presLayoutVars>
          <dgm:chPref val="3"/>
        </dgm:presLayoutVars>
      </dgm:prSet>
      <dgm:spPr/>
    </dgm:pt>
    <dgm:pt modelId="{8E1D3741-9405-41D5-A436-01734BE1F91F}" type="pres">
      <dgm:prSet presAssocID="{F1397DB4-3C7E-4F3C-842F-9A65DDDF6C42}" presName="level3hierChild" presStyleCnt="0"/>
      <dgm:spPr/>
    </dgm:pt>
    <dgm:pt modelId="{200A2D9F-B6B4-4258-8B77-7D955F730062}" type="pres">
      <dgm:prSet presAssocID="{4C362E16-03E6-40C5-8E99-0F65BC17BE0B}" presName="conn2-1" presStyleLbl="parChTrans1D2" presStyleIdx="3" presStyleCnt="4"/>
      <dgm:spPr/>
    </dgm:pt>
    <dgm:pt modelId="{630B202C-2CDC-4556-BB37-6FE7CE24291B}" type="pres">
      <dgm:prSet presAssocID="{4C362E16-03E6-40C5-8E99-0F65BC17BE0B}" presName="connTx" presStyleLbl="parChTrans1D2" presStyleIdx="3" presStyleCnt="4"/>
      <dgm:spPr/>
    </dgm:pt>
    <dgm:pt modelId="{4F3892ED-572D-475A-9A66-CDE48A06DAAD}" type="pres">
      <dgm:prSet presAssocID="{F7D9A259-C1D7-440D-A51F-009109095E98}" presName="root2" presStyleCnt="0"/>
      <dgm:spPr/>
    </dgm:pt>
    <dgm:pt modelId="{59BA72F5-2933-4071-90F9-1B12F806184F}" type="pres">
      <dgm:prSet presAssocID="{F7D9A259-C1D7-440D-A51F-009109095E98}" presName="LevelTwoTextNode" presStyleLbl="node2" presStyleIdx="3" presStyleCnt="4">
        <dgm:presLayoutVars>
          <dgm:chPref val="3"/>
        </dgm:presLayoutVars>
      </dgm:prSet>
      <dgm:spPr/>
    </dgm:pt>
    <dgm:pt modelId="{0BD17BF5-3C67-4295-92D7-F78F79F0743D}" type="pres">
      <dgm:prSet presAssocID="{F7D9A259-C1D7-440D-A51F-009109095E98}" presName="level3hierChild" presStyleCnt="0"/>
      <dgm:spPr/>
    </dgm:pt>
  </dgm:ptLst>
  <dgm:cxnLst>
    <dgm:cxn modelId="{7479A993-2079-4971-B2F3-89D3E3FA5FB0}" srcId="{87E2C319-0ED4-4BAF-B313-F9EEAA8C4191}" destId="{F7D9A259-C1D7-440D-A51F-009109095E98}" srcOrd="3" destOrd="0" parTransId="{4C362E16-03E6-40C5-8E99-0F65BC17BE0B}" sibTransId="{86E38579-1952-4A91-9FBD-A993826F010F}"/>
    <dgm:cxn modelId="{A9A8E348-BDDD-4B01-920A-FCA5431AAD32}" type="presOf" srcId="{6CC07702-AFFF-4215-B5C8-D436DDD2B811}" destId="{C6ECECE0-8431-4F95-AAF3-FF1D6862D0C2}" srcOrd="0" destOrd="0" presId="urn:microsoft.com/office/officeart/2005/8/layout/hierarchy2"/>
    <dgm:cxn modelId="{2E8AD681-78CA-49A3-9243-6C18B16EFD1F}" srcId="{87E2C319-0ED4-4BAF-B313-F9EEAA8C4191}" destId="{6ACCAFA1-2B1F-499C-98DD-793C43425E28}" srcOrd="0" destOrd="0" parTransId="{0ECBB439-9CE8-470C-9B15-FFA2D5A7165C}" sibTransId="{1C91C6AD-E9A3-408E-91AD-0323D53D7BA6}"/>
    <dgm:cxn modelId="{81E4B5A7-C5B1-4C72-8513-AE92D3DCF4F6}" type="presOf" srcId="{F1397DB4-3C7E-4F3C-842F-9A65DDDF6C42}" destId="{B6A26DD9-AD47-412B-8B55-ED565A49F594}" srcOrd="0" destOrd="0" presId="urn:microsoft.com/office/officeart/2005/8/layout/hierarchy2"/>
    <dgm:cxn modelId="{AB336770-D7BE-4897-9A80-089004EB5C9C}" type="presOf" srcId="{3D11738A-0461-4A95-97C3-AB0FE3E5C746}" destId="{BE7C6B08-FDC9-4939-AE6B-824C0FF3DD9C}" srcOrd="1" destOrd="0" presId="urn:microsoft.com/office/officeart/2005/8/layout/hierarchy2"/>
    <dgm:cxn modelId="{A5A05EEF-C885-4CE2-882A-5A30E5DEAF03}" type="presOf" srcId="{6CC07702-AFFF-4215-B5C8-D436DDD2B811}" destId="{1C4FBC30-3F3E-48E4-AB6E-D68943B61B62}" srcOrd="1" destOrd="0" presId="urn:microsoft.com/office/officeart/2005/8/layout/hierarchy2"/>
    <dgm:cxn modelId="{AC8D3242-31F5-4439-B2E5-278201A9A0F1}" type="presOf" srcId="{0ECBB439-9CE8-470C-9B15-FFA2D5A7165C}" destId="{24AA3510-2DBF-4E2D-99AB-917B30AD3C6D}" srcOrd="1" destOrd="0" presId="urn:microsoft.com/office/officeart/2005/8/layout/hierarchy2"/>
    <dgm:cxn modelId="{D7105278-136B-4AEC-9B8A-DCD15BFA7333}" type="presOf" srcId="{87E2C319-0ED4-4BAF-B313-F9EEAA8C4191}" destId="{5FBF0090-5468-446B-8C40-8D519EFC8B1D}" srcOrd="0" destOrd="0" presId="urn:microsoft.com/office/officeart/2005/8/layout/hierarchy2"/>
    <dgm:cxn modelId="{97697134-25C3-4C5A-A394-4A7529855F75}" type="presOf" srcId="{6ACCAFA1-2B1F-499C-98DD-793C43425E28}" destId="{81B89B50-FD60-443F-A5B1-8B56AEA138B9}" srcOrd="0" destOrd="0" presId="urn:microsoft.com/office/officeart/2005/8/layout/hierarchy2"/>
    <dgm:cxn modelId="{9592F134-68FF-4F27-A355-47B08FEEF37A}" type="presOf" srcId="{09FAA662-72D0-4D8F-8470-C42F3835B213}" destId="{3E536172-05F6-4C4D-9C5E-8BE4F184ABF0}" srcOrd="0" destOrd="0" presId="urn:microsoft.com/office/officeart/2005/8/layout/hierarchy2"/>
    <dgm:cxn modelId="{F291B994-55C8-48DE-8161-B7EAD410ABEE}" srcId="{87E2C319-0ED4-4BAF-B313-F9EEAA8C4191}" destId="{FACBFA28-5F30-4DA9-A9FE-0A3E6CD4E855}" srcOrd="1" destOrd="0" parTransId="{3D11738A-0461-4A95-97C3-AB0FE3E5C746}" sibTransId="{C1326156-9A4B-4AE8-A202-07FAFC78DDC1}"/>
    <dgm:cxn modelId="{E244C063-0FD2-4E97-87A0-F874343507B1}" type="presOf" srcId="{0ECBB439-9CE8-470C-9B15-FFA2D5A7165C}" destId="{5572CB92-1C00-443D-9798-55FBEE31D578}" srcOrd="0" destOrd="0" presId="urn:microsoft.com/office/officeart/2005/8/layout/hierarchy2"/>
    <dgm:cxn modelId="{5A0BE24F-4C95-440D-AA39-B95BE8CCD3DD}" type="presOf" srcId="{3D11738A-0461-4A95-97C3-AB0FE3E5C746}" destId="{942BF338-1285-4A86-BCFE-C8E0D1465985}" srcOrd="0" destOrd="0" presId="urn:microsoft.com/office/officeart/2005/8/layout/hierarchy2"/>
    <dgm:cxn modelId="{62B52986-4AB0-43E4-9231-3D92AB2A01F7}" type="presOf" srcId="{4C362E16-03E6-40C5-8E99-0F65BC17BE0B}" destId="{200A2D9F-B6B4-4258-8B77-7D955F730062}" srcOrd="0" destOrd="0" presId="urn:microsoft.com/office/officeart/2005/8/layout/hierarchy2"/>
    <dgm:cxn modelId="{F379E399-2DA0-4EA9-AFFD-6B54875B392A}" srcId="{87E2C319-0ED4-4BAF-B313-F9EEAA8C4191}" destId="{F1397DB4-3C7E-4F3C-842F-9A65DDDF6C42}" srcOrd="2" destOrd="0" parTransId="{6CC07702-AFFF-4215-B5C8-D436DDD2B811}" sibTransId="{31C59C9D-53F7-4781-B288-4B1C74875EBF}"/>
    <dgm:cxn modelId="{F6523383-5B68-4665-A1B5-07C50F1D462B}" type="presOf" srcId="{4C362E16-03E6-40C5-8E99-0F65BC17BE0B}" destId="{630B202C-2CDC-4556-BB37-6FE7CE24291B}" srcOrd="1" destOrd="0" presId="urn:microsoft.com/office/officeart/2005/8/layout/hierarchy2"/>
    <dgm:cxn modelId="{45A9CE67-EC61-4D3A-A055-366D9CC94A3E}" type="presOf" srcId="{FACBFA28-5F30-4DA9-A9FE-0A3E6CD4E855}" destId="{34AAE011-1045-44D3-B2BB-206786B345A7}" srcOrd="0" destOrd="0" presId="urn:microsoft.com/office/officeart/2005/8/layout/hierarchy2"/>
    <dgm:cxn modelId="{FFE6660A-C25D-42BF-A0E3-3E7430B37CB4}" type="presOf" srcId="{F7D9A259-C1D7-440D-A51F-009109095E98}" destId="{59BA72F5-2933-4071-90F9-1B12F806184F}" srcOrd="0" destOrd="0" presId="urn:microsoft.com/office/officeart/2005/8/layout/hierarchy2"/>
    <dgm:cxn modelId="{7B1FEE36-BC4B-49B3-8F21-A88069846EA8}" srcId="{09FAA662-72D0-4D8F-8470-C42F3835B213}" destId="{87E2C319-0ED4-4BAF-B313-F9EEAA8C4191}" srcOrd="0" destOrd="0" parTransId="{ECE3B0CA-2A61-4E08-B2E9-CD67933E1916}" sibTransId="{D91B80B3-4CB1-43EC-A77C-78EE9664EEA7}"/>
    <dgm:cxn modelId="{98108062-9CF7-4CD1-BCDD-AB2FB4028519}" type="presParOf" srcId="{3E536172-05F6-4C4D-9C5E-8BE4F184ABF0}" destId="{7DFADF2B-CFEF-44D9-8482-92B0514B61C2}" srcOrd="0" destOrd="0" presId="urn:microsoft.com/office/officeart/2005/8/layout/hierarchy2"/>
    <dgm:cxn modelId="{AC4A68DC-91B1-4BC1-8AF6-9EEAC93C6090}" type="presParOf" srcId="{7DFADF2B-CFEF-44D9-8482-92B0514B61C2}" destId="{5FBF0090-5468-446B-8C40-8D519EFC8B1D}" srcOrd="0" destOrd="0" presId="urn:microsoft.com/office/officeart/2005/8/layout/hierarchy2"/>
    <dgm:cxn modelId="{BDB25AE1-A789-4296-BD78-459B8F7CE3AC}" type="presParOf" srcId="{7DFADF2B-CFEF-44D9-8482-92B0514B61C2}" destId="{D8AE2368-D092-482D-B705-FCDFB090F01D}" srcOrd="1" destOrd="0" presId="urn:microsoft.com/office/officeart/2005/8/layout/hierarchy2"/>
    <dgm:cxn modelId="{C7C7881B-A91A-4374-B973-48082266052F}" type="presParOf" srcId="{D8AE2368-D092-482D-B705-FCDFB090F01D}" destId="{5572CB92-1C00-443D-9798-55FBEE31D578}" srcOrd="0" destOrd="0" presId="urn:microsoft.com/office/officeart/2005/8/layout/hierarchy2"/>
    <dgm:cxn modelId="{986BE5EB-F94B-4469-ABB7-DC2EC75AF647}" type="presParOf" srcId="{5572CB92-1C00-443D-9798-55FBEE31D578}" destId="{24AA3510-2DBF-4E2D-99AB-917B30AD3C6D}" srcOrd="0" destOrd="0" presId="urn:microsoft.com/office/officeart/2005/8/layout/hierarchy2"/>
    <dgm:cxn modelId="{88C69389-F842-410F-8F17-59F3E9BE72AA}" type="presParOf" srcId="{D8AE2368-D092-482D-B705-FCDFB090F01D}" destId="{4E69654D-5A60-4FDD-A14F-4BBE788213A7}" srcOrd="1" destOrd="0" presId="urn:microsoft.com/office/officeart/2005/8/layout/hierarchy2"/>
    <dgm:cxn modelId="{EEA37BC1-983F-4A4D-B47A-8B5BF704F4C3}" type="presParOf" srcId="{4E69654D-5A60-4FDD-A14F-4BBE788213A7}" destId="{81B89B50-FD60-443F-A5B1-8B56AEA138B9}" srcOrd="0" destOrd="0" presId="urn:microsoft.com/office/officeart/2005/8/layout/hierarchy2"/>
    <dgm:cxn modelId="{67217FFD-884A-4918-89C7-79BF20A68295}" type="presParOf" srcId="{4E69654D-5A60-4FDD-A14F-4BBE788213A7}" destId="{77B09FC5-9098-49E3-B7FB-78D777F11AF1}" srcOrd="1" destOrd="0" presId="urn:microsoft.com/office/officeart/2005/8/layout/hierarchy2"/>
    <dgm:cxn modelId="{1A47D04C-FB1A-4826-B1BF-8CC42816402D}" type="presParOf" srcId="{D8AE2368-D092-482D-B705-FCDFB090F01D}" destId="{942BF338-1285-4A86-BCFE-C8E0D1465985}" srcOrd="2" destOrd="0" presId="urn:microsoft.com/office/officeart/2005/8/layout/hierarchy2"/>
    <dgm:cxn modelId="{2E4F0D83-7B9D-4BC1-925D-B7B9C00C4ECE}" type="presParOf" srcId="{942BF338-1285-4A86-BCFE-C8E0D1465985}" destId="{BE7C6B08-FDC9-4939-AE6B-824C0FF3DD9C}" srcOrd="0" destOrd="0" presId="urn:microsoft.com/office/officeart/2005/8/layout/hierarchy2"/>
    <dgm:cxn modelId="{59CD4751-21B7-4AB1-9703-6E611C28FDAE}" type="presParOf" srcId="{D8AE2368-D092-482D-B705-FCDFB090F01D}" destId="{EA5B6C2F-16C6-4860-B7F3-B35528A13CD4}" srcOrd="3" destOrd="0" presId="urn:microsoft.com/office/officeart/2005/8/layout/hierarchy2"/>
    <dgm:cxn modelId="{9CDA837A-C8B0-4FD6-AD14-AED8BDE6B2D9}" type="presParOf" srcId="{EA5B6C2F-16C6-4860-B7F3-B35528A13CD4}" destId="{34AAE011-1045-44D3-B2BB-206786B345A7}" srcOrd="0" destOrd="0" presId="urn:microsoft.com/office/officeart/2005/8/layout/hierarchy2"/>
    <dgm:cxn modelId="{910E70D9-BC60-4706-92EE-39103F269E31}" type="presParOf" srcId="{EA5B6C2F-16C6-4860-B7F3-B35528A13CD4}" destId="{451E9F39-5AC0-4BB4-AFE4-1E2600C3211B}" srcOrd="1" destOrd="0" presId="urn:microsoft.com/office/officeart/2005/8/layout/hierarchy2"/>
    <dgm:cxn modelId="{A03E2EF0-0977-463B-84D1-4FEE4E2C6E4A}" type="presParOf" srcId="{D8AE2368-D092-482D-B705-FCDFB090F01D}" destId="{C6ECECE0-8431-4F95-AAF3-FF1D6862D0C2}" srcOrd="4" destOrd="0" presId="urn:microsoft.com/office/officeart/2005/8/layout/hierarchy2"/>
    <dgm:cxn modelId="{08A9895A-C27C-4942-AA95-EB43608299E5}" type="presParOf" srcId="{C6ECECE0-8431-4F95-AAF3-FF1D6862D0C2}" destId="{1C4FBC30-3F3E-48E4-AB6E-D68943B61B62}" srcOrd="0" destOrd="0" presId="urn:microsoft.com/office/officeart/2005/8/layout/hierarchy2"/>
    <dgm:cxn modelId="{3A325710-5129-463F-862F-12A1112C42A9}" type="presParOf" srcId="{D8AE2368-D092-482D-B705-FCDFB090F01D}" destId="{AA6C6362-9D9A-40B8-8F5E-64750A91C4B1}" srcOrd="5" destOrd="0" presId="urn:microsoft.com/office/officeart/2005/8/layout/hierarchy2"/>
    <dgm:cxn modelId="{C2D8BB08-6E92-4A4B-B5DC-2C00713BAE5D}" type="presParOf" srcId="{AA6C6362-9D9A-40B8-8F5E-64750A91C4B1}" destId="{B6A26DD9-AD47-412B-8B55-ED565A49F594}" srcOrd="0" destOrd="0" presId="urn:microsoft.com/office/officeart/2005/8/layout/hierarchy2"/>
    <dgm:cxn modelId="{E7F08348-E7B8-42FC-BC88-08EC5F0FAFB5}" type="presParOf" srcId="{AA6C6362-9D9A-40B8-8F5E-64750A91C4B1}" destId="{8E1D3741-9405-41D5-A436-01734BE1F91F}" srcOrd="1" destOrd="0" presId="urn:microsoft.com/office/officeart/2005/8/layout/hierarchy2"/>
    <dgm:cxn modelId="{4640222E-150F-4C1B-9D0A-5E424AACB8D0}" type="presParOf" srcId="{D8AE2368-D092-482D-B705-FCDFB090F01D}" destId="{200A2D9F-B6B4-4258-8B77-7D955F730062}" srcOrd="6" destOrd="0" presId="urn:microsoft.com/office/officeart/2005/8/layout/hierarchy2"/>
    <dgm:cxn modelId="{61E20481-F549-411F-9195-E05911F2A13C}" type="presParOf" srcId="{200A2D9F-B6B4-4258-8B77-7D955F730062}" destId="{630B202C-2CDC-4556-BB37-6FE7CE24291B}" srcOrd="0" destOrd="0" presId="urn:microsoft.com/office/officeart/2005/8/layout/hierarchy2"/>
    <dgm:cxn modelId="{7D2B8741-8ABE-4732-9E04-D6170C738716}" type="presParOf" srcId="{D8AE2368-D092-482D-B705-FCDFB090F01D}" destId="{4F3892ED-572D-475A-9A66-CDE48A06DAAD}" srcOrd="7" destOrd="0" presId="urn:microsoft.com/office/officeart/2005/8/layout/hierarchy2"/>
    <dgm:cxn modelId="{42EA1B69-90BC-4928-8A21-02E5C6972DF2}" type="presParOf" srcId="{4F3892ED-572D-475A-9A66-CDE48A06DAAD}" destId="{59BA72F5-2933-4071-90F9-1B12F806184F}" srcOrd="0" destOrd="0" presId="urn:microsoft.com/office/officeart/2005/8/layout/hierarchy2"/>
    <dgm:cxn modelId="{55ED14AB-AC69-48B1-BECE-2F5AE59A015B}" type="presParOf" srcId="{4F3892ED-572D-475A-9A66-CDE48A06DAAD}" destId="{0BD17BF5-3C67-4295-92D7-F78F79F0743D}" srcOrd="1" destOrd="0" presId="urn:microsoft.com/office/officeart/2005/8/layout/hierarchy2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4EF012-20F6-4C39-A14E-939BACD7470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D6052B-041A-48DF-B204-1A7C9EBA8151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Setup </a:t>
          </a:r>
          <a:r>
            <a:rPr lang="en-US" sz="1000" dirty="0" smtClean="0"/>
            <a:t>Controlled </a:t>
          </a:r>
          <a:r>
            <a:rPr lang="en-US" sz="1000" dirty="0"/>
            <a:t>Environment</a:t>
          </a:r>
        </a:p>
      </dgm:t>
    </dgm:pt>
    <dgm:pt modelId="{2D82784A-E34B-46F3-8340-8E17164A8702}" type="parTrans" cxnId="{4F23B95E-A0F1-45B7-B187-7AFECE5EA236}">
      <dgm:prSet/>
      <dgm:spPr/>
      <dgm:t>
        <a:bodyPr/>
        <a:lstStyle/>
        <a:p>
          <a:pPr algn="ctr"/>
          <a:endParaRPr lang="en-US"/>
        </a:p>
      </dgm:t>
    </dgm:pt>
    <dgm:pt modelId="{8D3D2D78-C92A-45E3-9D70-B52E49B135BB}" type="sibTrans" cxnId="{4F23B95E-A0F1-45B7-B187-7AFECE5EA236}">
      <dgm:prSet/>
      <dgm:spPr/>
      <dgm:t>
        <a:bodyPr/>
        <a:lstStyle/>
        <a:p>
          <a:pPr algn="ctr"/>
          <a:endParaRPr lang="en-US"/>
        </a:p>
      </dgm:t>
    </dgm:pt>
    <dgm:pt modelId="{63A33A78-2FB6-4D7A-B446-982E9FD4E9F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Simulate Cyber Attack</a:t>
          </a:r>
        </a:p>
      </dgm:t>
    </dgm:pt>
    <dgm:pt modelId="{C8780459-E0DF-4B44-93A2-6313527773D2}" type="parTrans" cxnId="{FBD8E300-2A56-4F7A-898D-F49EA16B58ED}">
      <dgm:prSet/>
      <dgm:spPr/>
      <dgm:t>
        <a:bodyPr/>
        <a:lstStyle/>
        <a:p>
          <a:pPr algn="ctr"/>
          <a:endParaRPr lang="en-US"/>
        </a:p>
      </dgm:t>
    </dgm:pt>
    <dgm:pt modelId="{5282322C-0548-4F5B-8C66-14A6F2ED9857}" type="sibTrans" cxnId="{FBD8E300-2A56-4F7A-898D-F49EA16B58ED}">
      <dgm:prSet/>
      <dgm:spPr/>
      <dgm:t>
        <a:bodyPr/>
        <a:lstStyle/>
        <a:p>
          <a:pPr algn="ctr"/>
          <a:endParaRPr lang="en-US"/>
        </a:p>
      </dgm:t>
    </dgm:pt>
    <dgm:pt modelId="{227E0A81-2EC9-44C3-9792-30DA9472865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Evidence Acquisition</a:t>
          </a:r>
        </a:p>
      </dgm:t>
    </dgm:pt>
    <dgm:pt modelId="{D39DAB74-AB77-4FB6-A14B-49ABBC21D5B8}" type="parTrans" cxnId="{015E1C1A-70DF-4FE6-91CE-B447BA46039A}">
      <dgm:prSet/>
      <dgm:spPr/>
      <dgm:t>
        <a:bodyPr/>
        <a:lstStyle/>
        <a:p>
          <a:pPr algn="ctr"/>
          <a:endParaRPr lang="en-US"/>
        </a:p>
      </dgm:t>
    </dgm:pt>
    <dgm:pt modelId="{923DA3BE-E2B3-49BB-A4EA-2802C41BDF72}" type="sibTrans" cxnId="{015E1C1A-70DF-4FE6-91CE-B447BA46039A}">
      <dgm:prSet/>
      <dgm:spPr/>
      <dgm:t>
        <a:bodyPr/>
        <a:lstStyle/>
        <a:p>
          <a:pPr algn="ctr"/>
          <a:endParaRPr lang="en-US"/>
        </a:p>
      </dgm:t>
    </dgm:pt>
    <dgm:pt modelId="{E9CF85F1-EB0E-4C51-B57F-CBF9F48F465E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Evidence Preservation</a:t>
          </a:r>
        </a:p>
      </dgm:t>
    </dgm:pt>
    <dgm:pt modelId="{7AF47727-DE4B-4D0D-9A1C-5E12F194CFEC}" type="parTrans" cxnId="{A73F9E4C-1E45-4764-B407-28A7C9AEC18B}">
      <dgm:prSet/>
      <dgm:spPr/>
      <dgm:t>
        <a:bodyPr/>
        <a:lstStyle/>
        <a:p>
          <a:pPr algn="ctr"/>
          <a:endParaRPr lang="en-US"/>
        </a:p>
      </dgm:t>
    </dgm:pt>
    <dgm:pt modelId="{740FC66E-6CC3-499D-A5A8-46D14E8A3EA9}" type="sibTrans" cxnId="{A73F9E4C-1E45-4764-B407-28A7C9AEC18B}">
      <dgm:prSet/>
      <dgm:spPr/>
      <dgm:t>
        <a:bodyPr/>
        <a:lstStyle/>
        <a:p>
          <a:pPr algn="ctr"/>
          <a:endParaRPr lang="en-US"/>
        </a:p>
      </dgm:t>
    </dgm:pt>
    <dgm:pt modelId="{A9ABE36E-6F8F-4A0C-9288-B335C5FEEE75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Evidence Examination</a:t>
          </a:r>
        </a:p>
      </dgm:t>
    </dgm:pt>
    <dgm:pt modelId="{71D1D652-0394-47C8-97B3-473B32444F63}" type="parTrans" cxnId="{32E8E599-690C-46EA-A0D5-45E4D47A9ED1}">
      <dgm:prSet/>
      <dgm:spPr/>
      <dgm:t>
        <a:bodyPr/>
        <a:lstStyle/>
        <a:p>
          <a:pPr algn="ctr"/>
          <a:endParaRPr lang="en-US"/>
        </a:p>
      </dgm:t>
    </dgm:pt>
    <dgm:pt modelId="{1E0951B0-1D6D-4C25-849E-9B78DD6D3A6B}" type="sibTrans" cxnId="{32E8E599-690C-46EA-A0D5-45E4D47A9ED1}">
      <dgm:prSet/>
      <dgm:spPr/>
      <dgm:t>
        <a:bodyPr/>
        <a:lstStyle/>
        <a:p>
          <a:pPr algn="ctr"/>
          <a:endParaRPr lang="en-US"/>
        </a:p>
      </dgm:t>
    </dgm:pt>
    <dgm:pt modelId="{296F15B8-B1CB-4CF6-B377-C61D3D28B108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Automation Processing</a:t>
          </a:r>
        </a:p>
      </dgm:t>
    </dgm:pt>
    <dgm:pt modelId="{2A4E44EF-C5DE-4A12-8E87-2738930F7366}" type="parTrans" cxnId="{2B52E84C-BDA0-40D4-8510-CE3BA7035B06}">
      <dgm:prSet/>
      <dgm:spPr/>
      <dgm:t>
        <a:bodyPr/>
        <a:lstStyle/>
        <a:p>
          <a:pPr algn="ctr"/>
          <a:endParaRPr lang="en-US"/>
        </a:p>
      </dgm:t>
    </dgm:pt>
    <dgm:pt modelId="{746D2971-2FA7-449E-988A-D919A0A2086F}" type="sibTrans" cxnId="{2B52E84C-BDA0-40D4-8510-CE3BA7035B06}">
      <dgm:prSet/>
      <dgm:spPr/>
      <dgm:t>
        <a:bodyPr/>
        <a:lstStyle/>
        <a:p>
          <a:pPr algn="ctr"/>
          <a:endParaRPr lang="en-US"/>
        </a:p>
      </dgm:t>
    </dgm:pt>
    <dgm:pt modelId="{26DAD8B1-0E5B-417F-9ADD-E5C193195CFB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Analysis &amp; Correlation</a:t>
          </a:r>
        </a:p>
      </dgm:t>
    </dgm:pt>
    <dgm:pt modelId="{81185546-0ED1-4B5C-BE3F-584B3A846F5B}" type="parTrans" cxnId="{63C2C589-9A68-4321-8373-92406CAF16EF}">
      <dgm:prSet/>
      <dgm:spPr/>
      <dgm:t>
        <a:bodyPr/>
        <a:lstStyle/>
        <a:p>
          <a:pPr algn="ctr"/>
          <a:endParaRPr lang="en-US"/>
        </a:p>
      </dgm:t>
    </dgm:pt>
    <dgm:pt modelId="{80F5B1B2-8205-4B34-A5E5-DAEE6049D3C7}" type="sibTrans" cxnId="{63C2C589-9A68-4321-8373-92406CAF16EF}">
      <dgm:prSet/>
      <dgm:spPr/>
      <dgm:t>
        <a:bodyPr/>
        <a:lstStyle/>
        <a:p>
          <a:pPr algn="ctr"/>
          <a:endParaRPr lang="en-US"/>
        </a:p>
      </dgm:t>
    </dgm:pt>
    <dgm:pt modelId="{8268AFEC-E780-4B5B-B44F-D407FA8E2E5E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Result Generation</a:t>
          </a:r>
        </a:p>
      </dgm:t>
    </dgm:pt>
    <dgm:pt modelId="{045C585C-26C2-4F56-936C-F3B3AE86D7C9}" type="parTrans" cxnId="{0BFDBBF3-A092-4801-896A-1638C66D0EA5}">
      <dgm:prSet/>
      <dgm:spPr/>
      <dgm:t>
        <a:bodyPr/>
        <a:lstStyle/>
        <a:p>
          <a:pPr algn="ctr"/>
          <a:endParaRPr lang="en-US"/>
        </a:p>
      </dgm:t>
    </dgm:pt>
    <dgm:pt modelId="{8D21F389-E317-4C4B-AC3B-7DE178C02242}" type="sibTrans" cxnId="{0BFDBBF3-A092-4801-896A-1638C66D0EA5}">
      <dgm:prSet/>
      <dgm:spPr/>
      <dgm:t>
        <a:bodyPr/>
        <a:lstStyle/>
        <a:p>
          <a:pPr algn="ctr"/>
          <a:endParaRPr lang="en-US"/>
        </a:p>
      </dgm:t>
    </dgm:pt>
    <dgm:pt modelId="{04177179-69B5-4A84-89FA-381E372B9665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Reporting</a:t>
          </a:r>
        </a:p>
      </dgm:t>
    </dgm:pt>
    <dgm:pt modelId="{F2922CFD-6CBC-4C20-BC2B-4F275DFCE869}" type="parTrans" cxnId="{64B66524-6FA3-4520-B5A1-C57AD24FF667}">
      <dgm:prSet/>
      <dgm:spPr/>
      <dgm:t>
        <a:bodyPr/>
        <a:lstStyle/>
        <a:p>
          <a:pPr algn="ctr"/>
          <a:endParaRPr lang="en-US"/>
        </a:p>
      </dgm:t>
    </dgm:pt>
    <dgm:pt modelId="{F96481A5-A841-4342-B563-751125FD755C}" type="sibTrans" cxnId="{64B66524-6FA3-4520-B5A1-C57AD24FF667}">
      <dgm:prSet/>
      <dgm:spPr/>
      <dgm:t>
        <a:bodyPr/>
        <a:lstStyle/>
        <a:p>
          <a:pPr algn="ctr"/>
          <a:endParaRPr lang="en-US"/>
        </a:p>
      </dgm:t>
    </dgm:pt>
    <dgm:pt modelId="{3921415E-C04E-40BE-8A48-DD5368CC66C6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  <a:ln w="127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pPr algn="ctr"/>
          <a:r>
            <a:rPr lang="en-US" sz="1000" dirty="0"/>
            <a:t>Evidence Identification</a:t>
          </a:r>
        </a:p>
      </dgm:t>
    </dgm:pt>
    <dgm:pt modelId="{807A8118-E645-4A2E-8DF7-15348E9AC218}" type="parTrans" cxnId="{4B348E57-3B84-4DD1-AC17-C07B707B7AE2}">
      <dgm:prSet/>
      <dgm:spPr/>
      <dgm:t>
        <a:bodyPr/>
        <a:lstStyle/>
        <a:p>
          <a:pPr algn="ctr"/>
          <a:endParaRPr lang="en-US"/>
        </a:p>
      </dgm:t>
    </dgm:pt>
    <dgm:pt modelId="{FF3F9C93-CA70-4192-A0B2-AC33CE7E1559}" type="sibTrans" cxnId="{4B348E57-3B84-4DD1-AC17-C07B707B7AE2}">
      <dgm:prSet/>
      <dgm:spPr/>
      <dgm:t>
        <a:bodyPr/>
        <a:lstStyle/>
        <a:p>
          <a:pPr algn="ctr"/>
          <a:endParaRPr lang="en-US"/>
        </a:p>
      </dgm:t>
    </dgm:pt>
    <dgm:pt modelId="{F16F77C9-57E1-4131-8B6E-C29F6867F72A}" type="pres">
      <dgm:prSet presAssocID="{C94EF012-20F6-4C39-A14E-939BACD7470E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F937A10-6C60-4C10-BC18-34AB22A19146}" type="pres">
      <dgm:prSet presAssocID="{67D6052B-041A-48DF-B204-1A7C9EBA8151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938DA-F4AE-4A09-A544-7DA0B9E7F9AE}" type="pres">
      <dgm:prSet presAssocID="{8D3D2D78-C92A-45E3-9D70-B52E49B135BB}" presName="sibTrans" presStyleLbl="sibTrans2D1" presStyleIdx="0" presStyleCnt="9"/>
      <dgm:spPr/>
      <dgm:t>
        <a:bodyPr/>
        <a:lstStyle/>
        <a:p>
          <a:endParaRPr lang="en-US"/>
        </a:p>
      </dgm:t>
    </dgm:pt>
    <dgm:pt modelId="{CF70D51B-DA7D-453E-B38A-A314627A64AF}" type="pres">
      <dgm:prSet presAssocID="{8D3D2D78-C92A-45E3-9D70-B52E49B135BB}" presName="connectorText" presStyleLbl="sibTrans2D1" presStyleIdx="0" presStyleCnt="9"/>
      <dgm:spPr/>
      <dgm:t>
        <a:bodyPr/>
        <a:lstStyle/>
        <a:p>
          <a:endParaRPr lang="en-US"/>
        </a:p>
      </dgm:t>
    </dgm:pt>
    <dgm:pt modelId="{2E95482A-6AF0-4E54-86C7-3ED8EE22B528}" type="pres">
      <dgm:prSet presAssocID="{63A33A78-2FB6-4D7A-B446-982E9FD4E9FF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1E3546-9DD1-48FB-B610-72039B03451E}" type="pres">
      <dgm:prSet presAssocID="{5282322C-0548-4F5B-8C66-14A6F2ED9857}" presName="sibTrans" presStyleLbl="sibTrans2D1" presStyleIdx="1" presStyleCnt="9"/>
      <dgm:spPr/>
      <dgm:t>
        <a:bodyPr/>
        <a:lstStyle/>
        <a:p>
          <a:endParaRPr lang="en-US"/>
        </a:p>
      </dgm:t>
    </dgm:pt>
    <dgm:pt modelId="{1539672C-4E99-4D92-AADB-C39AAF96E66D}" type="pres">
      <dgm:prSet presAssocID="{5282322C-0548-4F5B-8C66-14A6F2ED9857}" presName="connectorText" presStyleLbl="sibTrans2D1" presStyleIdx="1" presStyleCnt="9"/>
      <dgm:spPr/>
      <dgm:t>
        <a:bodyPr/>
        <a:lstStyle/>
        <a:p>
          <a:endParaRPr lang="en-US"/>
        </a:p>
      </dgm:t>
    </dgm:pt>
    <dgm:pt modelId="{0E97FB82-7A79-4CD9-BD62-5EC2E20F5483}" type="pres">
      <dgm:prSet presAssocID="{3921415E-C04E-40BE-8A48-DD5368CC66C6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EC39C9-7445-49E7-B9A8-76A91C074559}" type="pres">
      <dgm:prSet presAssocID="{FF3F9C93-CA70-4192-A0B2-AC33CE7E1559}" presName="sibTrans" presStyleLbl="sibTrans2D1" presStyleIdx="2" presStyleCnt="9"/>
      <dgm:spPr/>
      <dgm:t>
        <a:bodyPr/>
        <a:lstStyle/>
        <a:p>
          <a:endParaRPr lang="en-US"/>
        </a:p>
      </dgm:t>
    </dgm:pt>
    <dgm:pt modelId="{F24A06F7-548D-4BB7-99D8-6446E6D85E0A}" type="pres">
      <dgm:prSet presAssocID="{FF3F9C93-CA70-4192-A0B2-AC33CE7E1559}" presName="connectorText" presStyleLbl="sibTrans2D1" presStyleIdx="2" presStyleCnt="9"/>
      <dgm:spPr/>
      <dgm:t>
        <a:bodyPr/>
        <a:lstStyle/>
        <a:p>
          <a:endParaRPr lang="en-US"/>
        </a:p>
      </dgm:t>
    </dgm:pt>
    <dgm:pt modelId="{58C6DF11-CD35-4FF4-9BA8-9F01899AF993}" type="pres">
      <dgm:prSet presAssocID="{227E0A81-2EC9-44C3-9792-30DA9472865F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E6500F-F6E0-41FB-8AE4-5978123AD052}" type="pres">
      <dgm:prSet presAssocID="{923DA3BE-E2B3-49BB-A4EA-2802C41BDF72}" presName="sibTrans" presStyleLbl="sibTrans2D1" presStyleIdx="3" presStyleCnt="9"/>
      <dgm:spPr/>
      <dgm:t>
        <a:bodyPr/>
        <a:lstStyle/>
        <a:p>
          <a:endParaRPr lang="en-US"/>
        </a:p>
      </dgm:t>
    </dgm:pt>
    <dgm:pt modelId="{E3669A39-9EF8-4AFD-B0C4-02B169CC3978}" type="pres">
      <dgm:prSet presAssocID="{923DA3BE-E2B3-49BB-A4EA-2802C41BDF72}" presName="connectorText" presStyleLbl="sibTrans2D1" presStyleIdx="3" presStyleCnt="9"/>
      <dgm:spPr/>
      <dgm:t>
        <a:bodyPr/>
        <a:lstStyle/>
        <a:p>
          <a:endParaRPr lang="en-US"/>
        </a:p>
      </dgm:t>
    </dgm:pt>
    <dgm:pt modelId="{3EC73F3E-8B37-4FE1-A899-1227F08829C1}" type="pres">
      <dgm:prSet presAssocID="{E9CF85F1-EB0E-4C51-B57F-CBF9F48F465E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1F9E7A-CA2E-464C-A2AA-B632189231FC}" type="pres">
      <dgm:prSet presAssocID="{740FC66E-6CC3-499D-A5A8-46D14E8A3EA9}" presName="sibTrans" presStyleLbl="sibTrans2D1" presStyleIdx="4" presStyleCnt="9"/>
      <dgm:spPr/>
      <dgm:t>
        <a:bodyPr/>
        <a:lstStyle/>
        <a:p>
          <a:endParaRPr lang="en-US"/>
        </a:p>
      </dgm:t>
    </dgm:pt>
    <dgm:pt modelId="{DFCE476D-A34C-4A27-8437-A446A5A32B36}" type="pres">
      <dgm:prSet presAssocID="{740FC66E-6CC3-499D-A5A8-46D14E8A3EA9}" presName="connectorText" presStyleLbl="sibTrans2D1" presStyleIdx="4" presStyleCnt="9"/>
      <dgm:spPr/>
      <dgm:t>
        <a:bodyPr/>
        <a:lstStyle/>
        <a:p>
          <a:endParaRPr lang="en-US"/>
        </a:p>
      </dgm:t>
    </dgm:pt>
    <dgm:pt modelId="{EFC45739-B18B-4465-9F45-680C45D9A2F6}" type="pres">
      <dgm:prSet presAssocID="{A9ABE36E-6F8F-4A0C-9288-B335C5FEEE75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9A3788-F945-430B-AACD-3C9A8BE62595}" type="pres">
      <dgm:prSet presAssocID="{1E0951B0-1D6D-4C25-849E-9B78DD6D3A6B}" presName="sibTrans" presStyleLbl="sibTrans2D1" presStyleIdx="5" presStyleCnt="9"/>
      <dgm:spPr/>
      <dgm:t>
        <a:bodyPr/>
        <a:lstStyle/>
        <a:p>
          <a:endParaRPr lang="en-US"/>
        </a:p>
      </dgm:t>
    </dgm:pt>
    <dgm:pt modelId="{5A1D0342-1836-4F6F-8331-0B47D3E39BE0}" type="pres">
      <dgm:prSet presAssocID="{1E0951B0-1D6D-4C25-849E-9B78DD6D3A6B}" presName="connectorText" presStyleLbl="sibTrans2D1" presStyleIdx="5" presStyleCnt="9"/>
      <dgm:spPr/>
      <dgm:t>
        <a:bodyPr/>
        <a:lstStyle/>
        <a:p>
          <a:endParaRPr lang="en-US"/>
        </a:p>
      </dgm:t>
    </dgm:pt>
    <dgm:pt modelId="{11EE1AF9-F167-4A17-B149-39C6378234F7}" type="pres">
      <dgm:prSet presAssocID="{296F15B8-B1CB-4CF6-B377-C61D3D28B108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9B3C61-DEFC-4387-BA1A-8A4E418DCC68}" type="pres">
      <dgm:prSet presAssocID="{746D2971-2FA7-449E-988A-D919A0A2086F}" presName="sibTrans" presStyleLbl="sibTrans2D1" presStyleIdx="6" presStyleCnt="9"/>
      <dgm:spPr/>
      <dgm:t>
        <a:bodyPr/>
        <a:lstStyle/>
        <a:p>
          <a:endParaRPr lang="en-US"/>
        </a:p>
      </dgm:t>
    </dgm:pt>
    <dgm:pt modelId="{F838D6F2-8DC1-4E1A-B02B-C1DB174EB27A}" type="pres">
      <dgm:prSet presAssocID="{746D2971-2FA7-449E-988A-D919A0A2086F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A0ECF5D2-035E-445F-A922-CC8C31CFB090}" type="pres">
      <dgm:prSet presAssocID="{26DAD8B1-0E5B-417F-9ADD-E5C193195CFB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095089-2A9B-48B0-833A-BA46F74B0538}" type="pres">
      <dgm:prSet presAssocID="{80F5B1B2-8205-4B34-A5E5-DAEE6049D3C7}" presName="sibTrans" presStyleLbl="sibTrans2D1" presStyleIdx="7" presStyleCnt="9"/>
      <dgm:spPr/>
      <dgm:t>
        <a:bodyPr/>
        <a:lstStyle/>
        <a:p>
          <a:endParaRPr lang="en-US"/>
        </a:p>
      </dgm:t>
    </dgm:pt>
    <dgm:pt modelId="{37AC2E4A-AD0B-4849-8DDF-8B1FCB0EF823}" type="pres">
      <dgm:prSet presAssocID="{80F5B1B2-8205-4B34-A5E5-DAEE6049D3C7}" presName="connectorText" presStyleLbl="sibTrans2D1" presStyleIdx="7" presStyleCnt="9"/>
      <dgm:spPr/>
      <dgm:t>
        <a:bodyPr/>
        <a:lstStyle/>
        <a:p>
          <a:endParaRPr lang="en-US"/>
        </a:p>
      </dgm:t>
    </dgm:pt>
    <dgm:pt modelId="{4F003CBD-801A-48D0-8DF9-7D5715DD0329}" type="pres">
      <dgm:prSet presAssocID="{8268AFEC-E780-4B5B-B44F-D407FA8E2E5E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C6ABCC-392F-4D42-BD6B-C8C594113403}" type="pres">
      <dgm:prSet presAssocID="{8D21F389-E317-4C4B-AC3B-7DE178C02242}" presName="sibTrans" presStyleLbl="sibTrans2D1" presStyleIdx="8" presStyleCnt="9"/>
      <dgm:spPr/>
      <dgm:t>
        <a:bodyPr/>
        <a:lstStyle/>
        <a:p>
          <a:endParaRPr lang="en-US"/>
        </a:p>
      </dgm:t>
    </dgm:pt>
    <dgm:pt modelId="{C2B50083-62BC-49F9-BB44-2F06C64CB290}" type="pres">
      <dgm:prSet presAssocID="{8D21F389-E317-4C4B-AC3B-7DE178C02242}" presName="connectorText" presStyleLbl="sibTrans2D1" presStyleIdx="8" presStyleCnt="9"/>
      <dgm:spPr/>
      <dgm:t>
        <a:bodyPr/>
        <a:lstStyle/>
        <a:p>
          <a:endParaRPr lang="en-US"/>
        </a:p>
      </dgm:t>
    </dgm:pt>
    <dgm:pt modelId="{255D1AC7-D345-4229-B67F-25CF5565BE0D}" type="pres">
      <dgm:prSet presAssocID="{04177179-69B5-4A84-89FA-381E372B9665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D80EAE-4CF5-4C9D-B337-D85F07D10E78}" type="presOf" srcId="{746D2971-2FA7-449E-988A-D919A0A2086F}" destId="{2E9B3C61-DEFC-4387-BA1A-8A4E418DCC68}" srcOrd="0" destOrd="0" presId="urn:microsoft.com/office/officeart/2005/8/layout/process2"/>
    <dgm:cxn modelId="{63C2C589-9A68-4321-8373-92406CAF16EF}" srcId="{C94EF012-20F6-4C39-A14E-939BACD7470E}" destId="{26DAD8B1-0E5B-417F-9ADD-E5C193195CFB}" srcOrd="7" destOrd="0" parTransId="{81185546-0ED1-4B5C-BE3F-584B3A846F5B}" sibTransId="{80F5B1B2-8205-4B34-A5E5-DAEE6049D3C7}"/>
    <dgm:cxn modelId="{2C4474B2-A2E1-487D-B9C7-AAFC434824F2}" type="presOf" srcId="{5282322C-0548-4F5B-8C66-14A6F2ED9857}" destId="{4F1E3546-9DD1-48FB-B610-72039B03451E}" srcOrd="0" destOrd="0" presId="urn:microsoft.com/office/officeart/2005/8/layout/process2"/>
    <dgm:cxn modelId="{AF894700-50DB-462D-B410-B69700968423}" type="presOf" srcId="{227E0A81-2EC9-44C3-9792-30DA9472865F}" destId="{58C6DF11-CD35-4FF4-9BA8-9F01899AF993}" srcOrd="0" destOrd="0" presId="urn:microsoft.com/office/officeart/2005/8/layout/process2"/>
    <dgm:cxn modelId="{1FCA7394-F5C5-4615-A18B-A08124E56F09}" type="presOf" srcId="{04177179-69B5-4A84-89FA-381E372B9665}" destId="{255D1AC7-D345-4229-B67F-25CF5565BE0D}" srcOrd="0" destOrd="0" presId="urn:microsoft.com/office/officeart/2005/8/layout/process2"/>
    <dgm:cxn modelId="{F513184C-7177-46A8-92D8-68EE6EE32A7A}" type="presOf" srcId="{FF3F9C93-CA70-4192-A0B2-AC33CE7E1559}" destId="{F24A06F7-548D-4BB7-99D8-6446E6D85E0A}" srcOrd="1" destOrd="0" presId="urn:microsoft.com/office/officeart/2005/8/layout/process2"/>
    <dgm:cxn modelId="{FBD8E300-2A56-4F7A-898D-F49EA16B58ED}" srcId="{C94EF012-20F6-4C39-A14E-939BACD7470E}" destId="{63A33A78-2FB6-4D7A-B446-982E9FD4E9FF}" srcOrd="1" destOrd="0" parTransId="{C8780459-E0DF-4B44-93A2-6313527773D2}" sibTransId="{5282322C-0548-4F5B-8C66-14A6F2ED9857}"/>
    <dgm:cxn modelId="{0BFDBBF3-A092-4801-896A-1638C66D0EA5}" srcId="{C94EF012-20F6-4C39-A14E-939BACD7470E}" destId="{8268AFEC-E780-4B5B-B44F-D407FA8E2E5E}" srcOrd="8" destOrd="0" parTransId="{045C585C-26C2-4F56-936C-F3B3AE86D7C9}" sibTransId="{8D21F389-E317-4C4B-AC3B-7DE178C02242}"/>
    <dgm:cxn modelId="{F37AE2C2-37FF-4CB8-9D02-3777709F52D7}" type="presOf" srcId="{1E0951B0-1D6D-4C25-849E-9B78DD6D3A6B}" destId="{5A1D0342-1836-4F6F-8331-0B47D3E39BE0}" srcOrd="1" destOrd="0" presId="urn:microsoft.com/office/officeart/2005/8/layout/process2"/>
    <dgm:cxn modelId="{A73F9E4C-1E45-4764-B407-28A7C9AEC18B}" srcId="{C94EF012-20F6-4C39-A14E-939BACD7470E}" destId="{E9CF85F1-EB0E-4C51-B57F-CBF9F48F465E}" srcOrd="4" destOrd="0" parTransId="{7AF47727-DE4B-4D0D-9A1C-5E12F194CFEC}" sibTransId="{740FC66E-6CC3-499D-A5A8-46D14E8A3EA9}"/>
    <dgm:cxn modelId="{D00C3A69-F385-4FD7-892D-3A66542EC028}" type="presOf" srcId="{5282322C-0548-4F5B-8C66-14A6F2ED9857}" destId="{1539672C-4E99-4D92-AADB-C39AAF96E66D}" srcOrd="1" destOrd="0" presId="urn:microsoft.com/office/officeart/2005/8/layout/process2"/>
    <dgm:cxn modelId="{32E8E599-690C-46EA-A0D5-45E4D47A9ED1}" srcId="{C94EF012-20F6-4C39-A14E-939BACD7470E}" destId="{A9ABE36E-6F8F-4A0C-9288-B335C5FEEE75}" srcOrd="5" destOrd="0" parTransId="{71D1D652-0394-47C8-97B3-473B32444F63}" sibTransId="{1E0951B0-1D6D-4C25-849E-9B78DD6D3A6B}"/>
    <dgm:cxn modelId="{B25EC14B-71AD-49EE-AD18-A8C4931A1B12}" type="presOf" srcId="{8D3D2D78-C92A-45E3-9D70-B52E49B135BB}" destId="{2C7938DA-F4AE-4A09-A544-7DA0B9E7F9AE}" srcOrd="0" destOrd="0" presId="urn:microsoft.com/office/officeart/2005/8/layout/process2"/>
    <dgm:cxn modelId="{34CA64C4-84A3-452D-8EDD-FC5E79C6E821}" type="presOf" srcId="{740FC66E-6CC3-499D-A5A8-46D14E8A3EA9}" destId="{DFCE476D-A34C-4A27-8437-A446A5A32B36}" srcOrd="1" destOrd="0" presId="urn:microsoft.com/office/officeart/2005/8/layout/process2"/>
    <dgm:cxn modelId="{B0C011A9-4787-425A-A103-63553FBC281D}" type="presOf" srcId="{80F5B1B2-8205-4B34-A5E5-DAEE6049D3C7}" destId="{FE095089-2A9B-48B0-833A-BA46F74B0538}" srcOrd="0" destOrd="0" presId="urn:microsoft.com/office/officeart/2005/8/layout/process2"/>
    <dgm:cxn modelId="{015E1C1A-70DF-4FE6-91CE-B447BA46039A}" srcId="{C94EF012-20F6-4C39-A14E-939BACD7470E}" destId="{227E0A81-2EC9-44C3-9792-30DA9472865F}" srcOrd="3" destOrd="0" parTransId="{D39DAB74-AB77-4FB6-A14B-49ABBC21D5B8}" sibTransId="{923DA3BE-E2B3-49BB-A4EA-2802C41BDF72}"/>
    <dgm:cxn modelId="{F90D65E3-BE80-48AA-813D-BBD844D445BB}" type="presOf" srcId="{8268AFEC-E780-4B5B-B44F-D407FA8E2E5E}" destId="{4F003CBD-801A-48D0-8DF9-7D5715DD0329}" srcOrd="0" destOrd="0" presId="urn:microsoft.com/office/officeart/2005/8/layout/process2"/>
    <dgm:cxn modelId="{D8C49B45-0800-4D09-B4E4-3A9B2CC8A8DD}" type="presOf" srcId="{26DAD8B1-0E5B-417F-9ADD-E5C193195CFB}" destId="{A0ECF5D2-035E-445F-A922-CC8C31CFB090}" srcOrd="0" destOrd="0" presId="urn:microsoft.com/office/officeart/2005/8/layout/process2"/>
    <dgm:cxn modelId="{0E2C868B-9597-4459-83BC-891CBDA4AA04}" type="presOf" srcId="{80F5B1B2-8205-4B34-A5E5-DAEE6049D3C7}" destId="{37AC2E4A-AD0B-4849-8DDF-8B1FCB0EF823}" srcOrd="1" destOrd="0" presId="urn:microsoft.com/office/officeart/2005/8/layout/process2"/>
    <dgm:cxn modelId="{4B348E57-3B84-4DD1-AC17-C07B707B7AE2}" srcId="{C94EF012-20F6-4C39-A14E-939BACD7470E}" destId="{3921415E-C04E-40BE-8A48-DD5368CC66C6}" srcOrd="2" destOrd="0" parTransId="{807A8118-E645-4A2E-8DF7-15348E9AC218}" sibTransId="{FF3F9C93-CA70-4192-A0B2-AC33CE7E1559}"/>
    <dgm:cxn modelId="{FCD9423E-4567-4192-80CB-FBC2047EF837}" type="presOf" srcId="{923DA3BE-E2B3-49BB-A4EA-2802C41BDF72}" destId="{E3669A39-9EF8-4AFD-B0C4-02B169CC3978}" srcOrd="1" destOrd="0" presId="urn:microsoft.com/office/officeart/2005/8/layout/process2"/>
    <dgm:cxn modelId="{4F23B95E-A0F1-45B7-B187-7AFECE5EA236}" srcId="{C94EF012-20F6-4C39-A14E-939BACD7470E}" destId="{67D6052B-041A-48DF-B204-1A7C9EBA8151}" srcOrd="0" destOrd="0" parTransId="{2D82784A-E34B-46F3-8340-8E17164A8702}" sibTransId="{8D3D2D78-C92A-45E3-9D70-B52E49B135BB}"/>
    <dgm:cxn modelId="{028C9AB0-B5E6-41B3-B1C7-D0AD3A32B629}" type="presOf" srcId="{3921415E-C04E-40BE-8A48-DD5368CC66C6}" destId="{0E97FB82-7A79-4CD9-BD62-5EC2E20F5483}" srcOrd="0" destOrd="0" presId="urn:microsoft.com/office/officeart/2005/8/layout/process2"/>
    <dgm:cxn modelId="{A8A84A4B-EF8C-4CFE-8CCB-FDBBE0D59B12}" type="presOf" srcId="{63A33A78-2FB6-4D7A-B446-982E9FD4E9FF}" destId="{2E95482A-6AF0-4E54-86C7-3ED8EE22B528}" srcOrd="0" destOrd="0" presId="urn:microsoft.com/office/officeart/2005/8/layout/process2"/>
    <dgm:cxn modelId="{64B66524-6FA3-4520-B5A1-C57AD24FF667}" srcId="{C94EF012-20F6-4C39-A14E-939BACD7470E}" destId="{04177179-69B5-4A84-89FA-381E372B9665}" srcOrd="9" destOrd="0" parTransId="{F2922CFD-6CBC-4C20-BC2B-4F275DFCE869}" sibTransId="{F96481A5-A841-4342-B563-751125FD755C}"/>
    <dgm:cxn modelId="{866DB368-9FE5-410F-B232-41BC9415BECC}" type="presOf" srcId="{67D6052B-041A-48DF-B204-1A7C9EBA8151}" destId="{8F937A10-6C60-4C10-BC18-34AB22A19146}" srcOrd="0" destOrd="0" presId="urn:microsoft.com/office/officeart/2005/8/layout/process2"/>
    <dgm:cxn modelId="{7CB8ED46-C651-4444-B5A2-54A7C548169C}" type="presOf" srcId="{E9CF85F1-EB0E-4C51-B57F-CBF9F48F465E}" destId="{3EC73F3E-8B37-4FE1-A899-1227F08829C1}" srcOrd="0" destOrd="0" presId="urn:microsoft.com/office/officeart/2005/8/layout/process2"/>
    <dgm:cxn modelId="{080D3B2C-A11F-4392-89FD-313173F267FA}" type="presOf" srcId="{740FC66E-6CC3-499D-A5A8-46D14E8A3EA9}" destId="{551F9E7A-CA2E-464C-A2AA-B632189231FC}" srcOrd="0" destOrd="0" presId="urn:microsoft.com/office/officeart/2005/8/layout/process2"/>
    <dgm:cxn modelId="{9D5E6273-8B8E-4886-9371-C1CD1AD0AC54}" type="presOf" srcId="{8D21F389-E317-4C4B-AC3B-7DE178C02242}" destId="{A6C6ABCC-392F-4D42-BD6B-C8C594113403}" srcOrd="0" destOrd="0" presId="urn:microsoft.com/office/officeart/2005/8/layout/process2"/>
    <dgm:cxn modelId="{2B52E84C-BDA0-40D4-8510-CE3BA7035B06}" srcId="{C94EF012-20F6-4C39-A14E-939BACD7470E}" destId="{296F15B8-B1CB-4CF6-B377-C61D3D28B108}" srcOrd="6" destOrd="0" parTransId="{2A4E44EF-C5DE-4A12-8E87-2738930F7366}" sibTransId="{746D2971-2FA7-449E-988A-D919A0A2086F}"/>
    <dgm:cxn modelId="{18BCC3F7-2847-4847-96D9-5AF849D261F1}" type="presOf" srcId="{746D2971-2FA7-449E-988A-D919A0A2086F}" destId="{F838D6F2-8DC1-4E1A-B02B-C1DB174EB27A}" srcOrd="1" destOrd="0" presId="urn:microsoft.com/office/officeart/2005/8/layout/process2"/>
    <dgm:cxn modelId="{63D720B1-BCD6-4872-982D-1BC8D384D119}" type="presOf" srcId="{8D3D2D78-C92A-45E3-9D70-B52E49B135BB}" destId="{CF70D51B-DA7D-453E-B38A-A314627A64AF}" srcOrd="1" destOrd="0" presId="urn:microsoft.com/office/officeart/2005/8/layout/process2"/>
    <dgm:cxn modelId="{211BAD3A-E563-4F8F-A5A1-0103FB615D08}" type="presOf" srcId="{C94EF012-20F6-4C39-A14E-939BACD7470E}" destId="{F16F77C9-57E1-4131-8B6E-C29F6867F72A}" srcOrd="0" destOrd="0" presId="urn:microsoft.com/office/officeart/2005/8/layout/process2"/>
    <dgm:cxn modelId="{55734CFA-50BD-49D7-A35E-C7C60E3A2182}" type="presOf" srcId="{A9ABE36E-6F8F-4A0C-9288-B335C5FEEE75}" destId="{EFC45739-B18B-4465-9F45-680C45D9A2F6}" srcOrd="0" destOrd="0" presId="urn:microsoft.com/office/officeart/2005/8/layout/process2"/>
    <dgm:cxn modelId="{F866E621-961B-4092-90CB-C3E92B164C76}" type="presOf" srcId="{296F15B8-B1CB-4CF6-B377-C61D3D28B108}" destId="{11EE1AF9-F167-4A17-B149-39C6378234F7}" srcOrd="0" destOrd="0" presId="urn:microsoft.com/office/officeart/2005/8/layout/process2"/>
    <dgm:cxn modelId="{6BD152A5-AD26-4C86-9A86-B873B6824690}" type="presOf" srcId="{1E0951B0-1D6D-4C25-849E-9B78DD6D3A6B}" destId="{959A3788-F945-430B-AACD-3C9A8BE62595}" srcOrd="0" destOrd="0" presId="urn:microsoft.com/office/officeart/2005/8/layout/process2"/>
    <dgm:cxn modelId="{A516CE05-730C-4C76-881D-63EC402C1FFE}" type="presOf" srcId="{FF3F9C93-CA70-4192-A0B2-AC33CE7E1559}" destId="{31EC39C9-7445-49E7-B9A8-76A91C074559}" srcOrd="0" destOrd="0" presId="urn:microsoft.com/office/officeart/2005/8/layout/process2"/>
    <dgm:cxn modelId="{D8FA4BDB-81E4-4196-AD1B-A6CCCFDB1B39}" type="presOf" srcId="{8D21F389-E317-4C4B-AC3B-7DE178C02242}" destId="{C2B50083-62BC-49F9-BB44-2F06C64CB290}" srcOrd="1" destOrd="0" presId="urn:microsoft.com/office/officeart/2005/8/layout/process2"/>
    <dgm:cxn modelId="{49EAACB0-2848-43C3-BD6D-83DED8723061}" type="presOf" srcId="{923DA3BE-E2B3-49BB-A4EA-2802C41BDF72}" destId="{F8E6500F-F6E0-41FB-8AE4-5978123AD052}" srcOrd="0" destOrd="0" presId="urn:microsoft.com/office/officeart/2005/8/layout/process2"/>
    <dgm:cxn modelId="{7C19F47E-14D1-428B-B722-7ECDD61DD3F1}" type="presParOf" srcId="{F16F77C9-57E1-4131-8B6E-C29F6867F72A}" destId="{8F937A10-6C60-4C10-BC18-34AB22A19146}" srcOrd="0" destOrd="0" presId="urn:microsoft.com/office/officeart/2005/8/layout/process2"/>
    <dgm:cxn modelId="{2D00B53B-24C3-4801-A131-7AD91A786589}" type="presParOf" srcId="{F16F77C9-57E1-4131-8B6E-C29F6867F72A}" destId="{2C7938DA-F4AE-4A09-A544-7DA0B9E7F9AE}" srcOrd="1" destOrd="0" presId="urn:microsoft.com/office/officeart/2005/8/layout/process2"/>
    <dgm:cxn modelId="{286D0AF2-DEB0-4162-96F5-1EC48DD8DA31}" type="presParOf" srcId="{2C7938DA-F4AE-4A09-A544-7DA0B9E7F9AE}" destId="{CF70D51B-DA7D-453E-B38A-A314627A64AF}" srcOrd="0" destOrd="0" presId="urn:microsoft.com/office/officeart/2005/8/layout/process2"/>
    <dgm:cxn modelId="{CFF39EA0-597E-4472-B6CC-C77A45B8D7A2}" type="presParOf" srcId="{F16F77C9-57E1-4131-8B6E-C29F6867F72A}" destId="{2E95482A-6AF0-4E54-86C7-3ED8EE22B528}" srcOrd="2" destOrd="0" presId="urn:microsoft.com/office/officeart/2005/8/layout/process2"/>
    <dgm:cxn modelId="{39D93D34-74E3-4203-AAA5-F543162E124D}" type="presParOf" srcId="{F16F77C9-57E1-4131-8B6E-C29F6867F72A}" destId="{4F1E3546-9DD1-48FB-B610-72039B03451E}" srcOrd="3" destOrd="0" presId="urn:microsoft.com/office/officeart/2005/8/layout/process2"/>
    <dgm:cxn modelId="{42803AE7-6D1D-4634-9BE9-39FCBCC2A89A}" type="presParOf" srcId="{4F1E3546-9DD1-48FB-B610-72039B03451E}" destId="{1539672C-4E99-4D92-AADB-C39AAF96E66D}" srcOrd="0" destOrd="0" presId="urn:microsoft.com/office/officeart/2005/8/layout/process2"/>
    <dgm:cxn modelId="{9AD1424C-BD10-48C3-8524-7F66299F0A64}" type="presParOf" srcId="{F16F77C9-57E1-4131-8B6E-C29F6867F72A}" destId="{0E97FB82-7A79-4CD9-BD62-5EC2E20F5483}" srcOrd="4" destOrd="0" presId="urn:microsoft.com/office/officeart/2005/8/layout/process2"/>
    <dgm:cxn modelId="{34588D9C-9FBC-4A79-9B2D-01584E56C082}" type="presParOf" srcId="{F16F77C9-57E1-4131-8B6E-C29F6867F72A}" destId="{31EC39C9-7445-49E7-B9A8-76A91C074559}" srcOrd="5" destOrd="0" presId="urn:microsoft.com/office/officeart/2005/8/layout/process2"/>
    <dgm:cxn modelId="{AFDBAB16-441E-46D9-BB80-25BBB60D9376}" type="presParOf" srcId="{31EC39C9-7445-49E7-B9A8-76A91C074559}" destId="{F24A06F7-548D-4BB7-99D8-6446E6D85E0A}" srcOrd="0" destOrd="0" presId="urn:microsoft.com/office/officeart/2005/8/layout/process2"/>
    <dgm:cxn modelId="{F978B67C-9B12-4F47-800D-7A990543111A}" type="presParOf" srcId="{F16F77C9-57E1-4131-8B6E-C29F6867F72A}" destId="{58C6DF11-CD35-4FF4-9BA8-9F01899AF993}" srcOrd="6" destOrd="0" presId="urn:microsoft.com/office/officeart/2005/8/layout/process2"/>
    <dgm:cxn modelId="{F2CD25FD-FAB6-461E-9E31-78593924D0CF}" type="presParOf" srcId="{F16F77C9-57E1-4131-8B6E-C29F6867F72A}" destId="{F8E6500F-F6E0-41FB-8AE4-5978123AD052}" srcOrd="7" destOrd="0" presId="urn:microsoft.com/office/officeart/2005/8/layout/process2"/>
    <dgm:cxn modelId="{046E4D44-C45B-4470-B6CD-731388BCE222}" type="presParOf" srcId="{F8E6500F-F6E0-41FB-8AE4-5978123AD052}" destId="{E3669A39-9EF8-4AFD-B0C4-02B169CC3978}" srcOrd="0" destOrd="0" presId="urn:microsoft.com/office/officeart/2005/8/layout/process2"/>
    <dgm:cxn modelId="{1BD81E17-86DB-4725-A0CD-B837E352C4A2}" type="presParOf" srcId="{F16F77C9-57E1-4131-8B6E-C29F6867F72A}" destId="{3EC73F3E-8B37-4FE1-A899-1227F08829C1}" srcOrd="8" destOrd="0" presId="urn:microsoft.com/office/officeart/2005/8/layout/process2"/>
    <dgm:cxn modelId="{848F1BE3-5F5C-4283-986D-89877B476052}" type="presParOf" srcId="{F16F77C9-57E1-4131-8B6E-C29F6867F72A}" destId="{551F9E7A-CA2E-464C-A2AA-B632189231FC}" srcOrd="9" destOrd="0" presId="urn:microsoft.com/office/officeart/2005/8/layout/process2"/>
    <dgm:cxn modelId="{B64B4D16-E9CF-4615-8D63-9E29355C8919}" type="presParOf" srcId="{551F9E7A-CA2E-464C-A2AA-B632189231FC}" destId="{DFCE476D-A34C-4A27-8437-A446A5A32B36}" srcOrd="0" destOrd="0" presId="urn:microsoft.com/office/officeart/2005/8/layout/process2"/>
    <dgm:cxn modelId="{BD5AE8B3-61EA-4D9B-8234-D1EEE22AC8A1}" type="presParOf" srcId="{F16F77C9-57E1-4131-8B6E-C29F6867F72A}" destId="{EFC45739-B18B-4465-9F45-680C45D9A2F6}" srcOrd="10" destOrd="0" presId="urn:microsoft.com/office/officeart/2005/8/layout/process2"/>
    <dgm:cxn modelId="{B7754661-D386-4395-B915-DAE2F4307D0E}" type="presParOf" srcId="{F16F77C9-57E1-4131-8B6E-C29F6867F72A}" destId="{959A3788-F945-430B-AACD-3C9A8BE62595}" srcOrd="11" destOrd="0" presId="urn:microsoft.com/office/officeart/2005/8/layout/process2"/>
    <dgm:cxn modelId="{E99C99FD-D707-4EB9-9145-5E72DC2A704D}" type="presParOf" srcId="{959A3788-F945-430B-AACD-3C9A8BE62595}" destId="{5A1D0342-1836-4F6F-8331-0B47D3E39BE0}" srcOrd="0" destOrd="0" presId="urn:microsoft.com/office/officeart/2005/8/layout/process2"/>
    <dgm:cxn modelId="{685E1B9C-3D1C-4C0B-9D94-8AA9251BC6F1}" type="presParOf" srcId="{F16F77C9-57E1-4131-8B6E-C29F6867F72A}" destId="{11EE1AF9-F167-4A17-B149-39C6378234F7}" srcOrd="12" destOrd="0" presId="urn:microsoft.com/office/officeart/2005/8/layout/process2"/>
    <dgm:cxn modelId="{3D06F1D8-3C7A-4168-A834-33AFA879814B}" type="presParOf" srcId="{F16F77C9-57E1-4131-8B6E-C29F6867F72A}" destId="{2E9B3C61-DEFC-4387-BA1A-8A4E418DCC68}" srcOrd="13" destOrd="0" presId="urn:microsoft.com/office/officeart/2005/8/layout/process2"/>
    <dgm:cxn modelId="{F0B38684-27C4-4718-B941-3B810342DC1D}" type="presParOf" srcId="{2E9B3C61-DEFC-4387-BA1A-8A4E418DCC68}" destId="{F838D6F2-8DC1-4E1A-B02B-C1DB174EB27A}" srcOrd="0" destOrd="0" presId="urn:microsoft.com/office/officeart/2005/8/layout/process2"/>
    <dgm:cxn modelId="{A569D525-8431-4C6F-BE34-C602B6D22A73}" type="presParOf" srcId="{F16F77C9-57E1-4131-8B6E-C29F6867F72A}" destId="{A0ECF5D2-035E-445F-A922-CC8C31CFB090}" srcOrd="14" destOrd="0" presId="urn:microsoft.com/office/officeart/2005/8/layout/process2"/>
    <dgm:cxn modelId="{63EBE9E7-6C29-4A74-9FE7-CA87A3F2C6C0}" type="presParOf" srcId="{F16F77C9-57E1-4131-8B6E-C29F6867F72A}" destId="{FE095089-2A9B-48B0-833A-BA46F74B0538}" srcOrd="15" destOrd="0" presId="urn:microsoft.com/office/officeart/2005/8/layout/process2"/>
    <dgm:cxn modelId="{2A8B6D9D-3F08-4B77-8FF7-0CD4293C8385}" type="presParOf" srcId="{FE095089-2A9B-48B0-833A-BA46F74B0538}" destId="{37AC2E4A-AD0B-4849-8DDF-8B1FCB0EF823}" srcOrd="0" destOrd="0" presId="urn:microsoft.com/office/officeart/2005/8/layout/process2"/>
    <dgm:cxn modelId="{D75A3AD3-E9F6-4917-8365-4DDA4A7EBBD2}" type="presParOf" srcId="{F16F77C9-57E1-4131-8B6E-C29F6867F72A}" destId="{4F003CBD-801A-48D0-8DF9-7D5715DD0329}" srcOrd="16" destOrd="0" presId="urn:microsoft.com/office/officeart/2005/8/layout/process2"/>
    <dgm:cxn modelId="{F77F9E2E-2D53-4C0E-9458-3B1F2517A15E}" type="presParOf" srcId="{F16F77C9-57E1-4131-8B6E-C29F6867F72A}" destId="{A6C6ABCC-392F-4D42-BD6B-C8C594113403}" srcOrd="17" destOrd="0" presId="urn:microsoft.com/office/officeart/2005/8/layout/process2"/>
    <dgm:cxn modelId="{B584AA0B-4A1D-48DA-A0E2-BC99EED94594}" type="presParOf" srcId="{A6C6ABCC-392F-4D42-BD6B-C8C594113403}" destId="{C2B50083-62BC-49F9-BB44-2F06C64CB290}" srcOrd="0" destOrd="0" presId="urn:microsoft.com/office/officeart/2005/8/layout/process2"/>
    <dgm:cxn modelId="{54D54EAB-B124-4743-B1FC-FFAA7B108152}" type="presParOf" srcId="{F16F77C9-57E1-4131-8B6E-C29F6867F72A}" destId="{255D1AC7-D345-4229-B67F-25CF5565BE0D}" srcOrd="18" destOrd="0" presId="urn:microsoft.com/office/officeart/2005/8/layout/process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62589E-2FB6-4AD3-8EF5-BECF6C89CCBF}" type="doc">
      <dgm:prSet loTypeId="urn:microsoft.com/office/officeart/2005/8/layout/orgChart1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B5A4DEB-C01A-4E4C-92A4-F29E0F05CB4E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Digital Forensics in Cybersecurity</a:t>
          </a:r>
        </a:p>
      </dgm:t>
    </dgm:pt>
    <dgm:pt modelId="{CEC16CFD-BFF7-40C1-B646-E4C80A3A6C97}" type="parTrans" cxnId="{08C1ECC9-23B3-4926-A7C4-C6D66AE9108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76532A56-D202-4AFC-8967-EED02AE3D73F}" type="sibTrans" cxnId="{08C1ECC9-23B3-4926-A7C4-C6D66AE9108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C13F35F0-A8B5-491A-B6F7-C97136654D9A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Tools</a:t>
          </a:r>
        </a:p>
      </dgm:t>
    </dgm:pt>
    <dgm:pt modelId="{2BF4673F-24FF-4494-8012-B46AD8D574F5}" type="parTrans" cxnId="{475E22DD-CC23-4F08-9198-F54D10755EC3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A1675545-4B12-4642-ADD2-85B87B50FF84}" type="sibTrans" cxnId="{475E22DD-CC23-4F08-9198-F54D10755EC3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3C30A7CE-8659-4F45-9DE9-F6ADAD7E98D4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Techniques</a:t>
          </a:r>
        </a:p>
      </dgm:t>
    </dgm:pt>
    <dgm:pt modelId="{4D4FB43A-F097-456D-93F9-6558E6B42389}" type="parTrans" cxnId="{DDE4CCF8-AEAA-43C2-B47C-E2EBB2EC470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E5FFC31E-4020-40F8-B52D-9820EE7F3794}" type="sibTrans" cxnId="{DDE4CCF8-AEAA-43C2-B47C-E2EBB2EC470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7874D1DF-9C94-4E8D-8271-3573DFE9C0D6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Frameworks</a:t>
          </a:r>
        </a:p>
      </dgm:t>
    </dgm:pt>
    <dgm:pt modelId="{FD5C3792-3B16-40AF-A3F2-748E280ABC41}" type="parTrans" cxnId="{341B9A79-B964-43C1-B086-3FD92106C79C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0FA45999-EE0F-4C64-B775-66440367E0C8}" type="sibTrans" cxnId="{341B9A79-B964-43C1-B086-3FD92106C79C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B6E9F1CA-B85C-4B01-AD35-22AF3D9556EE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Autopsy</a:t>
          </a:r>
        </a:p>
      </dgm:t>
    </dgm:pt>
    <dgm:pt modelId="{5E89E60A-F055-478F-AB98-5A85AADC82A2}" type="parTrans" cxnId="{441E7AE2-3367-4BEF-80AF-73D1E9A54104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2B44F0D7-2608-41C5-A5F5-93955F42837C}" type="sibTrans" cxnId="{441E7AE2-3367-4BEF-80AF-73D1E9A54104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5CB47E8A-98B3-4A91-9538-B2F797461D7A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FTK</a:t>
          </a:r>
        </a:p>
      </dgm:t>
    </dgm:pt>
    <dgm:pt modelId="{94285347-0893-4E6B-83DC-80385139C92B}" type="parTrans" cxnId="{EB64DAF0-A8EF-4177-8D41-8461B64D556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7A39E87D-9F41-492C-8CF4-0E029E4E49F0}" type="sibTrans" cxnId="{EB64DAF0-A8EF-4177-8D41-8461B64D5569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B341D69B-246E-45F8-98D8-3C479CCFC3F8}">
      <dgm:prSet phldrT="[Text]" custT="1"/>
      <dgm:spPr/>
      <dgm:t>
        <a:bodyPr/>
        <a:lstStyle/>
        <a:p>
          <a:pPr algn="ctr"/>
          <a:r>
            <a:rPr lang="en-US" sz="1400" dirty="0" smtClean="0">
              <a:latin typeface="Times New Roman" pitchFamily="18" charset="0"/>
              <a:cs typeface="Times New Roman" pitchFamily="18" charset="0"/>
            </a:rPr>
            <a:t>Wireshark</a:t>
          </a:r>
          <a:endParaRPr lang="en-US" sz="1400" dirty="0">
            <a:latin typeface="Times New Roman" pitchFamily="18" charset="0"/>
            <a:cs typeface="Times New Roman" pitchFamily="18" charset="0"/>
          </a:endParaRPr>
        </a:p>
      </dgm:t>
    </dgm:pt>
    <dgm:pt modelId="{00127F04-FE10-41A7-8C5E-B17BD5CD1107}" type="parTrans" cxnId="{56805B4B-9AB5-410F-B4A7-F3797E3F0FA3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1F151654-70A5-4818-ACE9-61F5010FDAE8}" type="sibTrans" cxnId="{56805B4B-9AB5-410F-B4A7-F3797E3F0FA3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49CC6C0E-6904-4893-8702-06F6495E0B8D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Disk Analysis</a:t>
          </a:r>
        </a:p>
      </dgm:t>
    </dgm:pt>
    <dgm:pt modelId="{AE4A4CE1-7939-455C-BA36-ADB0BB377869}" type="parTrans" cxnId="{40AE625E-AAF6-468E-A368-452AEDA6E99C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6BC1FCDE-52C5-4721-83FF-76835CE2A961}" type="sibTrans" cxnId="{40AE625E-AAF6-468E-A368-452AEDA6E99C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DA9EEA47-BF63-49FE-AED7-62C387CCDB1B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Network Analysis</a:t>
          </a:r>
        </a:p>
      </dgm:t>
    </dgm:pt>
    <dgm:pt modelId="{5438655B-E7FA-4953-9E0C-56E9BE56C9CF}" type="parTrans" cxnId="{B46151D4-551A-474B-916C-4B08DC56E211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2703F301-E101-4F4D-98C6-2415AEF37135}" type="sibTrans" cxnId="{B46151D4-551A-474B-916C-4B08DC56E211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7D139687-E7E1-4C58-B751-C5E4B97E218B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Log Analysis</a:t>
          </a:r>
        </a:p>
      </dgm:t>
    </dgm:pt>
    <dgm:pt modelId="{122A6280-75DE-427F-97B2-549F8987C94C}" type="parTrans" cxnId="{A3849A55-F130-4C72-80CE-F590EE66BDC5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F12E2405-98D3-40CA-A403-22730195D009}" type="sibTrans" cxnId="{A3849A55-F130-4C72-80CE-F590EE66BDC5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7BB6C1DC-8141-4120-8C9B-CF60ABE16B54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IDIP Model</a:t>
          </a:r>
        </a:p>
      </dgm:t>
    </dgm:pt>
    <dgm:pt modelId="{16CAA4F0-EECA-4CE8-A8A8-2B7077B381BB}" type="parTrans" cxnId="{C7EA7A66-4BFF-4460-BE15-0E56B6C2432F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378171FA-3F04-4F2A-85E8-91DF2D4CC158}" type="sibTrans" cxnId="{C7EA7A66-4BFF-4460-BE15-0E56B6C2432F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A5F6E174-130E-4765-A53A-F2004290DB3A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DFIF Model</a:t>
          </a:r>
        </a:p>
      </dgm:t>
    </dgm:pt>
    <dgm:pt modelId="{CAAD481A-771E-4D23-B54C-317E839B3D01}" type="parTrans" cxnId="{DBB0C4AA-2C58-404B-8660-164C93FFD5C0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895ECF87-AE8E-451C-8848-C0B66CBFC317}" type="sibTrans" cxnId="{DBB0C4AA-2C58-404B-8660-164C93FFD5C0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57330BB1-00D5-4B24-8C47-474ABDC3FB47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Automation</a:t>
          </a:r>
        </a:p>
      </dgm:t>
    </dgm:pt>
    <dgm:pt modelId="{E9200947-67CF-434E-BD8A-899F3161FA60}" type="parTrans" cxnId="{09AE82EE-BF7C-45A7-85DB-C6D6A92C0CF7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E3B85F10-AA96-44A6-AB75-8A307A87796B}" type="sibTrans" cxnId="{09AE82EE-BF7C-45A7-85DB-C6D6A92C0CF7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3F39664F-1952-4050-AA95-076C6635CC9C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Python</a:t>
          </a:r>
        </a:p>
      </dgm:t>
    </dgm:pt>
    <dgm:pt modelId="{95E2A373-7FD3-417E-A23C-41E79ACBED53}" type="parTrans" cxnId="{B7024CFF-3246-4797-80F5-CAC5110D47FA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ACA8C29B-DD1D-4F92-84ED-A28BA8285F3B}" type="sibTrans" cxnId="{B7024CFF-3246-4797-80F5-CAC5110D47FA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5EE5F289-889E-4B14-981F-53BF0F8697CE}">
      <dgm:prSet phldrT="[Text]" custT="1"/>
      <dgm:spPr/>
      <dgm:t>
        <a:bodyPr/>
        <a:lstStyle/>
        <a:p>
          <a:pPr algn="ctr"/>
          <a:r>
            <a:rPr lang="en-US" sz="1400" dirty="0">
              <a:latin typeface="Times New Roman" pitchFamily="18" charset="0"/>
              <a:cs typeface="Times New Roman" pitchFamily="18" charset="0"/>
            </a:rPr>
            <a:t>Bash Scripts</a:t>
          </a:r>
        </a:p>
      </dgm:t>
    </dgm:pt>
    <dgm:pt modelId="{3D0A06B1-10C6-4461-8978-D05447D98B12}" type="parTrans" cxnId="{860705EC-847C-438B-9F36-28733B074ACB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AE4001F8-4813-4E9E-A4AA-B1B6ED59B9BE}" type="sibTrans" cxnId="{860705EC-847C-438B-9F36-28733B074ACB}">
      <dgm:prSet/>
      <dgm:spPr/>
      <dgm:t>
        <a:bodyPr/>
        <a:lstStyle/>
        <a:p>
          <a:pPr algn="ctr"/>
          <a:endParaRPr lang="en-US" sz="900">
            <a:latin typeface="Times New Roman" pitchFamily="18" charset="0"/>
            <a:cs typeface="Times New Roman" pitchFamily="18" charset="0"/>
          </a:endParaRPr>
        </a:p>
      </dgm:t>
    </dgm:pt>
    <dgm:pt modelId="{9CB999F6-BBF2-4E39-96D8-5E039551465E}" type="pres">
      <dgm:prSet presAssocID="{4162589E-2FB6-4AD3-8EF5-BECF6C89CCB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DD7F656-C555-4E59-8C53-BBDCD06B6655}" type="pres">
      <dgm:prSet presAssocID="{DB5A4DEB-C01A-4E4C-92A4-F29E0F05CB4E}" presName="hierRoot1" presStyleCnt="0">
        <dgm:presLayoutVars>
          <dgm:hierBranch val="init"/>
        </dgm:presLayoutVars>
      </dgm:prSet>
      <dgm:spPr/>
    </dgm:pt>
    <dgm:pt modelId="{B319875D-D535-4FA7-9F6B-0D7E0CF7B696}" type="pres">
      <dgm:prSet presAssocID="{DB5A4DEB-C01A-4E4C-92A4-F29E0F05CB4E}" presName="rootComposite1" presStyleCnt="0"/>
      <dgm:spPr/>
    </dgm:pt>
    <dgm:pt modelId="{DBF3A957-1660-4AAB-9FC3-9C591E6C6B6D}" type="pres">
      <dgm:prSet presAssocID="{DB5A4DEB-C01A-4E4C-92A4-F29E0F05CB4E}" presName="rootText1" presStyleLbl="node0" presStyleIdx="0" presStyleCnt="1" custScaleX="337895" custScaleY="9686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EE3DBF-9606-467E-9540-17C27EDE87A6}" type="pres">
      <dgm:prSet presAssocID="{DB5A4DEB-C01A-4E4C-92A4-F29E0F05CB4E}" presName="rootConnector1" presStyleLbl="node1" presStyleIdx="0" presStyleCnt="0"/>
      <dgm:spPr/>
      <dgm:t>
        <a:bodyPr/>
        <a:lstStyle/>
        <a:p>
          <a:endParaRPr lang="en-US"/>
        </a:p>
      </dgm:t>
    </dgm:pt>
    <dgm:pt modelId="{EA55A1D5-8B33-4A99-BA2A-6906B63BF55E}" type="pres">
      <dgm:prSet presAssocID="{DB5A4DEB-C01A-4E4C-92A4-F29E0F05CB4E}" presName="hierChild2" presStyleCnt="0"/>
      <dgm:spPr/>
    </dgm:pt>
    <dgm:pt modelId="{0367BAAC-CF82-45E5-A312-5ED3AA79C948}" type="pres">
      <dgm:prSet presAssocID="{2BF4673F-24FF-4494-8012-B46AD8D574F5}" presName="Name37" presStyleLbl="parChTrans1D2" presStyleIdx="0" presStyleCnt="4"/>
      <dgm:spPr/>
      <dgm:t>
        <a:bodyPr/>
        <a:lstStyle/>
        <a:p>
          <a:endParaRPr lang="en-US"/>
        </a:p>
      </dgm:t>
    </dgm:pt>
    <dgm:pt modelId="{C70B1C6F-4466-4FD7-BD10-F1FB3484CA35}" type="pres">
      <dgm:prSet presAssocID="{C13F35F0-A8B5-491A-B6F7-C97136654D9A}" presName="hierRoot2" presStyleCnt="0">
        <dgm:presLayoutVars>
          <dgm:hierBranch val="init"/>
        </dgm:presLayoutVars>
      </dgm:prSet>
      <dgm:spPr/>
    </dgm:pt>
    <dgm:pt modelId="{AA61A806-5A0A-4A0B-91DE-58E809C27221}" type="pres">
      <dgm:prSet presAssocID="{C13F35F0-A8B5-491A-B6F7-C97136654D9A}" presName="rootComposite" presStyleCnt="0"/>
      <dgm:spPr/>
    </dgm:pt>
    <dgm:pt modelId="{4EADDB1F-E9BB-4771-98B6-A2034518AE1C}" type="pres">
      <dgm:prSet presAssocID="{C13F35F0-A8B5-491A-B6F7-C97136654D9A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0FF289-C6A0-4579-89AB-4CA487A4F028}" type="pres">
      <dgm:prSet presAssocID="{C13F35F0-A8B5-491A-B6F7-C97136654D9A}" presName="rootConnector" presStyleLbl="node2" presStyleIdx="0" presStyleCnt="4"/>
      <dgm:spPr/>
      <dgm:t>
        <a:bodyPr/>
        <a:lstStyle/>
        <a:p>
          <a:endParaRPr lang="en-US"/>
        </a:p>
      </dgm:t>
    </dgm:pt>
    <dgm:pt modelId="{1C50AE75-1728-43DA-B801-72CC4F096BE8}" type="pres">
      <dgm:prSet presAssocID="{C13F35F0-A8B5-491A-B6F7-C97136654D9A}" presName="hierChild4" presStyleCnt="0"/>
      <dgm:spPr/>
    </dgm:pt>
    <dgm:pt modelId="{F88FCCC5-6589-49D5-A211-A97CD0D6D469}" type="pres">
      <dgm:prSet presAssocID="{5E89E60A-F055-478F-AB98-5A85AADC82A2}" presName="Name37" presStyleLbl="parChTrans1D3" presStyleIdx="0" presStyleCnt="10"/>
      <dgm:spPr/>
      <dgm:t>
        <a:bodyPr/>
        <a:lstStyle/>
        <a:p>
          <a:endParaRPr lang="en-US"/>
        </a:p>
      </dgm:t>
    </dgm:pt>
    <dgm:pt modelId="{B068505C-7CAF-4813-83D3-E25E1A437DF0}" type="pres">
      <dgm:prSet presAssocID="{B6E9F1CA-B85C-4B01-AD35-22AF3D9556EE}" presName="hierRoot2" presStyleCnt="0">
        <dgm:presLayoutVars>
          <dgm:hierBranch val="init"/>
        </dgm:presLayoutVars>
      </dgm:prSet>
      <dgm:spPr/>
    </dgm:pt>
    <dgm:pt modelId="{248663D8-97E2-420B-AFC0-671D34FA0122}" type="pres">
      <dgm:prSet presAssocID="{B6E9F1CA-B85C-4B01-AD35-22AF3D9556EE}" presName="rootComposite" presStyleCnt="0"/>
      <dgm:spPr/>
    </dgm:pt>
    <dgm:pt modelId="{A885D32F-04B0-4520-9558-09845E122A0C}" type="pres">
      <dgm:prSet presAssocID="{B6E9F1CA-B85C-4B01-AD35-22AF3D9556EE}" presName="rootText" presStyleLbl="node3" presStyleIdx="0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A88DC3-31AC-45AA-ABDD-8E808BE2500A}" type="pres">
      <dgm:prSet presAssocID="{B6E9F1CA-B85C-4B01-AD35-22AF3D9556EE}" presName="rootConnector" presStyleLbl="node3" presStyleIdx="0" presStyleCnt="10"/>
      <dgm:spPr/>
      <dgm:t>
        <a:bodyPr/>
        <a:lstStyle/>
        <a:p>
          <a:endParaRPr lang="en-US"/>
        </a:p>
      </dgm:t>
    </dgm:pt>
    <dgm:pt modelId="{99A1EC4F-19AB-410F-A2E3-FC5325D25FE2}" type="pres">
      <dgm:prSet presAssocID="{B6E9F1CA-B85C-4B01-AD35-22AF3D9556EE}" presName="hierChild4" presStyleCnt="0"/>
      <dgm:spPr/>
    </dgm:pt>
    <dgm:pt modelId="{4296D40E-B6F4-445D-8295-0DAE8967D93F}" type="pres">
      <dgm:prSet presAssocID="{B6E9F1CA-B85C-4B01-AD35-22AF3D9556EE}" presName="hierChild5" presStyleCnt="0"/>
      <dgm:spPr/>
    </dgm:pt>
    <dgm:pt modelId="{13411726-9C50-430E-BFA1-9FA2FB0B1274}" type="pres">
      <dgm:prSet presAssocID="{94285347-0893-4E6B-83DC-80385139C92B}" presName="Name37" presStyleLbl="parChTrans1D3" presStyleIdx="1" presStyleCnt="10"/>
      <dgm:spPr/>
      <dgm:t>
        <a:bodyPr/>
        <a:lstStyle/>
        <a:p>
          <a:endParaRPr lang="en-US"/>
        </a:p>
      </dgm:t>
    </dgm:pt>
    <dgm:pt modelId="{DA40A4FD-6418-4D8C-B324-212200898F91}" type="pres">
      <dgm:prSet presAssocID="{5CB47E8A-98B3-4A91-9538-B2F797461D7A}" presName="hierRoot2" presStyleCnt="0">
        <dgm:presLayoutVars>
          <dgm:hierBranch val="init"/>
        </dgm:presLayoutVars>
      </dgm:prSet>
      <dgm:spPr/>
    </dgm:pt>
    <dgm:pt modelId="{D64EB4C7-59E7-411D-A40D-D489597C7950}" type="pres">
      <dgm:prSet presAssocID="{5CB47E8A-98B3-4A91-9538-B2F797461D7A}" presName="rootComposite" presStyleCnt="0"/>
      <dgm:spPr/>
    </dgm:pt>
    <dgm:pt modelId="{64065B09-94C5-4F52-8524-B2560F975DA1}" type="pres">
      <dgm:prSet presAssocID="{5CB47E8A-98B3-4A91-9538-B2F797461D7A}" presName="rootText" presStyleLbl="node3" presStyleIdx="1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4AC229-3845-4033-9018-C23FF8324E14}" type="pres">
      <dgm:prSet presAssocID="{5CB47E8A-98B3-4A91-9538-B2F797461D7A}" presName="rootConnector" presStyleLbl="node3" presStyleIdx="1" presStyleCnt="10"/>
      <dgm:spPr/>
      <dgm:t>
        <a:bodyPr/>
        <a:lstStyle/>
        <a:p>
          <a:endParaRPr lang="en-US"/>
        </a:p>
      </dgm:t>
    </dgm:pt>
    <dgm:pt modelId="{C95011C2-79D8-48BE-B2B1-1CA4AD143278}" type="pres">
      <dgm:prSet presAssocID="{5CB47E8A-98B3-4A91-9538-B2F797461D7A}" presName="hierChild4" presStyleCnt="0"/>
      <dgm:spPr/>
    </dgm:pt>
    <dgm:pt modelId="{3ECA14FB-8E61-4F29-BF62-641EE3F163A8}" type="pres">
      <dgm:prSet presAssocID="{5CB47E8A-98B3-4A91-9538-B2F797461D7A}" presName="hierChild5" presStyleCnt="0"/>
      <dgm:spPr/>
    </dgm:pt>
    <dgm:pt modelId="{FDF18170-7C56-4228-BD68-6F308EAB3BCF}" type="pres">
      <dgm:prSet presAssocID="{00127F04-FE10-41A7-8C5E-B17BD5CD1107}" presName="Name37" presStyleLbl="parChTrans1D3" presStyleIdx="2" presStyleCnt="10"/>
      <dgm:spPr/>
      <dgm:t>
        <a:bodyPr/>
        <a:lstStyle/>
        <a:p>
          <a:endParaRPr lang="en-US"/>
        </a:p>
      </dgm:t>
    </dgm:pt>
    <dgm:pt modelId="{71E12211-D9B2-4891-AF9D-C4542A9407AD}" type="pres">
      <dgm:prSet presAssocID="{B341D69B-246E-45F8-98D8-3C479CCFC3F8}" presName="hierRoot2" presStyleCnt="0">
        <dgm:presLayoutVars>
          <dgm:hierBranch val="init"/>
        </dgm:presLayoutVars>
      </dgm:prSet>
      <dgm:spPr/>
    </dgm:pt>
    <dgm:pt modelId="{2495C2D7-15AA-4109-BD46-67551FB0936F}" type="pres">
      <dgm:prSet presAssocID="{B341D69B-246E-45F8-98D8-3C479CCFC3F8}" presName="rootComposite" presStyleCnt="0"/>
      <dgm:spPr/>
    </dgm:pt>
    <dgm:pt modelId="{6341D907-D2BA-4ED2-A798-D80859344299}" type="pres">
      <dgm:prSet presAssocID="{B341D69B-246E-45F8-98D8-3C479CCFC3F8}" presName="rootText" presStyleLbl="node3" presStyleIdx="2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DA9CFC-0A1D-4103-9DDB-CCE1368EE616}" type="pres">
      <dgm:prSet presAssocID="{B341D69B-246E-45F8-98D8-3C479CCFC3F8}" presName="rootConnector" presStyleLbl="node3" presStyleIdx="2" presStyleCnt="10"/>
      <dgm:spPr/>
      <dgm:t>
        <a:bodyPr/>
        <a:lstStyle/>
        <a:p>
          <a:endParaRPr lang="en-US"/>
        </a:p>
      </dgm:t>
    </dgm:pt>
    <dgm:pt modelId="{1665479C-A50F-440C-824F-7056046276AB}" type="pres">
      <dgm:prSet presAssocID="{B341D69B-246E-45F8-98D8-3C479CCFC3F8}" presName="hierChild4" presStyleCnt="0"/>
      <dgm:spPr/>
    </dgm:pt>
    <dgm:pt modelId="{7E0A1FE6-2E06-4430-899A-D091A1813804}" type="pres">
      <dgm:prSet presAssocID="{B341D69B-246E-45F8-98D8-3C479CCFC3F8}" presName="hierChild5" presStyleCnt="0"/>
      <dgm:spPr/>
    </dgm:pt>
    <dgm:pt modelId="{757D8701-B830-44C0-8155-1F5F47766186}" type="pres">
      <dgm:prSet presAssocID="{C13F35F0-A8B5-491A-B6F7-C97136654D9A}" presName="hierChild5" presStyleCnt="0"/>
      <dgm:spPr/>
    </dgm:pt>
    <dgm:pt modelId="{B1E51305-030D-4D29-A69F-D28D9415DA42}" type="pres">
      <dgm:prSet presAssocID="{4D4FB43A-F097-456D-93F9-6558E6B42389}" presName="Name37" presStyleLbl="parChTrans1D2" presStyleIdx="1" presStyleCnt="4"/>
      <dgm:spPr/>
      <dgm:t>
        <a:bodyPr/>
        <a:lstStyle/>
        <a:p>
          <a:endParaRPr lang="en-US"/>
        </a:p>
      </dgm:t>
    </dgm:pt>
    <dgm:pt modelId="{26995D67-8BC6-4E4A-9CE9-BBF6F249C128}" type="pres">
      <dgm:prSet presAssocID="{3C30A7CE-8659-4F45-9DE9-F6ADAD7E98D4}" presName="hierRoot2" presStyleCnt="0">
        <dgm:presLayoutVars>
          <dgm:hierBranch val="init"/>
        </dgm:presLayoutVars>
      </dgm:prSet>
      <dgm:spPr/>
    </dgm:pt>
    <dgm:pt modelId="{7FDFAC79-BBE5-435F-8BA3-E3088698B229}" type="pres">
      <dgm:prSet presAssocID="{3C30A7CE-8659-4F45-9DE9-F6ADAD7E98D4}" presName="rootComposite" presStyleCnt="0"/>
      <dgm:spPr/>
    </dgm:pt>
    <dgm:pt modelId="{775C4CA3-06E0-4D14-B1F1-AD4FE6470218}" type="pres">
      <dgm:prSet presAssocID="{3C30A7CE-8659-4F45-9DE9-F6ADAD7E98D4}" presName="rootText" presStyleLbl="node2" presStyleIdx="1" presStyleCnt="4" custScaleX="133705" custScaleY="9465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E5CD02-736E-4F14-974C-D66B2E90A7F1}" type="pres">
      <dgm:prSet presAssocID="{3C30A7CE-8659-4F45-9DE9-F6ADAD7E98D4}" presName="rootConnector" presStyleLbl="node2" presStyleIdx="1" presStyleCnt="4"/>
      <dgm:spPr/>
      <dgm:t>
        <a:bodyPr/>
        <a:lstStyle/>
        <a:p>
          <a:endParaRPr lang="en-US"/>
        </a:p>
      </dgm:t>
    </dgm:pt>
    <dgm:pt modelId="{BD99B56B-3485-4A46-A940-2F49FBC27ABC}" type="pres">
      <dgm:prSet presAssocID="{3C30A7CE-8659-4F45-9DE9-F6ADAD7E98D4}" presName="hierChild4" presStyleCnt="0"/>
      <dgm:spPr/>
    </dgm:pt>
    <dgm:pt modelId="{DA93F204-1AA5-4531-A8A4-6B5F6131F682}" type="pres">
      <dgm:prSet presAssocID="{AE4A4CE1-7939-455C-BA36-ADB0BB377869}" presName="Name37" presStyleLbl="parChTrans1D3" presStyleIdx="3" presStyleCnt="10"/>
      <dgm:spPr/>
      <dgm:t>
        <a:bodyPr/>
        <a:lstStyle/>
        <a:p>
          <a:endParaRPr lang="en-US"/>
        </a:p>
      </dgm:t>
    </dgm:pt>
    <dgm:pt modelId="{6E6B954B-340B-4255-A217-41BFA83F135A}" type="pres">
      <dgm:prSet presAssocID="{49CC6C0E-6904-4893-8702-06F6495E0B8D}" presName="hierRoot2" presStyleCnt="0">
        <dgm:presLayoutVars>
          <dgm:hierBranch val="init"/>
        </dgm:presLayoutVars>
      </dgm:prSet>
      <dgm:spPr/>
    </dgm:pt>
    <dgm:pt modelId="{4DBEEBC1-FAC2-4F15-935F-341316E923E6}" type="pres">
      <dgm:prSet presAssocID="{49CC6C0E-6904-4893-8702-06F6495E0B8D}" presName="rootComposite" presStyleCnt="0"/>
      <dgm:spPr/>
    </dgm:pt>
    <dgm:pt modelId="{DD7D7D43-2F1C-45BD-A8A9-2107C2BC4717}" type="pres">
      <dgm:prSet presAssocID="{49CC6C0E-6904-4893-8702-06F6495E0B8D}" presName="rootText" presStyleLbl="node3" presStyleIdx="3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3F9A9C-6607-4F81-A11F-089EF48A28DB}" type="pres">
      <dgm:prSet presAssocID="{49CC6C0E-6904-4893-8702-06F6495E0B8D}" presName="rootConnector" presStyleLbl="node3" presStyleIdx="3" presStyleCnt="10"/>
      <dgm:spPr/>
      <dgm:t>
        <a:bodyPr/>
        <a:lstStyle/>
        <a:p>
          <a:endParaRPr lang="en-US"/>
        </a:p>
      </dgm:t>
    </dgm:pt>
    <dgm:pt modelId="{A9C50548-493B-48F6-BD7D-6F3C18E703AB}" type="pres">
      <dgm:prSet presAssocID="{49CC6C0E-6904-4893-8702-06F6495E0B8D}" presName="hierChild4" presStyleCnt="0"/>
      <dgm:spPr/>
    </dgm:pt>
    <dgm:pt modelId="{C37D69F2-1E8D-44D4-8B36-42C45ADDEA17}" type="pres">
      <dgm:prSet presAssocID="{49CC6C0E-6904-4893-8702-06F6495E0B8D}" presName="hierChild5" presStyleCnt="0"/>
      <dgm:spPr/>
    </dgm:pt>
    <dgm:pt modelId="{5FC357CB-6463-4547-A03F-C4A7F9AE75AC}" type="pres">
      <dgm:prSet presAssocID="{5438655B-E7FA-4953-9E0C-56E9BE56C9CF}" presName="Name37" presStyleLbl="parChTrans1D3" presStyleIdx="4" presStyleCnt="10"/>
      <dgm:spPr/>
      <dgm:t>
        <a:bodyPr/>
        <a:lstStyle/>
        <a:p>
          <a:endParaRPr lang="en-US"/>
        </a:p>
      </dgm:t>
    </dgm:pt>
    <dgm:pt modelId="{ADB9962E-92EE-4C71-A858-54B458E03500}" type="pres">
      <dgm:prSet presAssocID="{DA9EEA47-BF63-49FE-AED7-62C387CCDB1B}" presName="hierRoot2" presStyleCnt="0">
        <dgm:presLayoutVars>
          <dgm:hierBranch val="init"/>
        </dgm:presLayoutVars>
      </dgm:prSet>
      <dgm:spPr/>
    </dgm:pt>
    <dgm:pt modelId="{AC71C25B-C60A-4734-80B9-0CBA75780EB6}" type="pres">
      <dgm:prSet presAssocID="{DA9EEA47-BF63-49FE-AED7-62C387CCDB1B}" presName="rootComposite" presStyleCnt="0"/>
      <dgm:spPr/>
    </dgm:pt>
    <dgm:pt modelId="{F5D296E6-BE12-4EEF-8DC9-A415D1F731BC}" type="pres">
      <dgm:prSet presAssocID="{DA9EEA47-BF63-49FE-AED7-62C387CCDB1B}" presName="rootText" presStyleLbl="node3" presStyleIdx="4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21F7EE-590E-496A-83F1-CF35470DEC97}" type="pres">
      <dgm:prSet presAssocID="{DA9EEA47-BF63-49FE-AED7-62C387CCDB1B}" presName="rootConnector" presStyleLbl="node3" presStyleIdx="4" presStyleCnt="10"/>
      <dgm:spPr/>
      <dgm:t>
        <a:bodyPr/>
        <a:lstStyle/>
        <a:p>
          <a:endParaRPr lang="en-US"/>
        </a:p>
      </dgm:t>
    </dgm:pt>
    <dgm:pt modelId="{4F16DDE1-75D8-4CB4-97CB-FD4122931611}" type="pres">
      <dgm:prSet presAssocID="{DA9EEA47-BF63-49FE-AED7-62C387CCDB1B}" presName="hierChild4" presStyleCnt="0"/>
      <dgm:spPr/>
    </dgm:pt>
    <dgm:pt modelId="{F2AD21EF-DAC3-4F16-8BA4-92C079117EAA}" type="pres">
      <dgm:prSet presAssocID="{DA9EEA47-BF63-49FE-AED7-62C387CCDB1B}" presName="hierChild5" presStyleCnt="0"/>
      <dgm:spPr/>
    </dgm:pt>
    <dgm:pt modelId="{F5FFDBD7-66A4-4EEC-A651-A4E283692F7D}" type="pres">
      <dgm:prSet presAssocID="{122A6280-75DE-427F-97B2-549F8987C94C}" presName="Name37" presStyleLbl="parChTrans1D3" presStyleIdx="5" presStyleCnt="10"/>
      <dgm:spPr/>
      <dgm:t>
        <a:bodyPr/>
        <a:lstStyle/>
        <a:p>
          <a:endParaRPr lang="en-US"/>
        </a:p>
      </dgm:t>
    </dgm:pt>
    <dgm:pt modelId="{F1F6B6F9-C739-4FB0-9134-711977111E2A}" type="pres">
      <dgm:prSet presAssocID="{7D139687-E7E1-4C58-B751-C5E4B97E218B}" presName="hierRoot2" presStyleCnt="0">
        <dgm:presLayoutVars>
          <dgm:hierBranch val="init"/>
        </dgm:presLayoutVars>
      </dgm:prSet>
      <dgm:spPr/>
    </dgm:pt>
    <dgm:pt modelId="{96A8B829-2E79-4147-9368-5C2546F1CE5E}" type="pres">
      <dgm:prSet presAssocID="{7D139687-E7E1-4C58-B751-C5E4B97E218B}" presName="rootComposite" presStyleCnt="0"/>
      <dgm:spPr/>
    </dgm:pt>
    <dgm:pt modelId="{FDC93475-C2B3-4119-8BB0-999BA04DC87F}" type="pres">
      <dgm:prSet presAssocID="{7D139687-E7E1-4C58-B751-C5E4B97E218B}" presName="rootText" presStyleLbl="node3" presStyleIdx="5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9B4DF0-505F-4ED7-B89F-16AD82605D41}" type="pres">
      <dgm:prSet presAssocID="{7D139687-E7E1-4C58-B751-C5E4B97E218B}" presName="rootConnector" presStyleLbl="node3" presStyleIdx="5" presStyleCnt="10"/>
      <dgm:spPr/>
      <dgm:t>
        <a:bodyPr/>
        <a:lstStyle/>
        <a:p>
          <a:endParaRPr lang="en-US"/>
        </a:p>
      </dgm:t>
    </dgm:pt>
    <dgm:pt modelId="{A943C99F-B92B-4873-B079-1B370DD7FE6E}" type="pres">
      <dgm:prSet presAssocID="{7D139687-E7E1-4C58-B751-C5E4B97E218B}" presName="hierChild4" presStyleCnt="0"/>
      <dgm:spPr/>
    </dgm:pt>
    <dgm:pt modelId="{C1AC6104-349E-4CF1-8B2D-E8F897F40A36}" type="pres">
      <dgm:prSet presAssocID="{7D139687-E7E1-4C58-B751-C5E4B97E218B}" presName="hierChild5" presStyleCnt="0"/>
      <dgm:spPr/>
    </dgm:pt>
    <dgm:pt modelId="{8D191121-7BB4-40FB-A9AB-3D787435DE69}" type="pres">
      <dgm:prSet presAssocID="{3C30A7CE-8659-4F45-9DE9-F6ADAD7E98D4}" presName="hierChild5" presStyleCnt="0"/>
      <dgm:spPr/>
    </dgm:pt>
    <dgm:pt modelId="{BB0AEA92-07B5-4FBA-A33F-5CDCB4162A05}" type="pres">
      <dgm:prSet presAssocID="{FD5C3792-3B16-40AF-A3F2-748E280ABC4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CD45308D-ED26-4FAA-B387-FAB1F539EE12}" type="pres">
      <dgm:prSet presAssocID="{7874D1DF-9C94-4E8D-8271-3573DFE9C0D6}" presName="hierRoot2" presStyleCnt="0">
        <dgm:presLayoutVars>
          <dgm:hierBranch val="init"/>
        </dgm:presLayoutVars>
      </dgm:prSet>
      <dgm:spPr/>
    </dgm:pt>
    <dgm:pt modelId="{93D63583-4ACA-4DAD-9FA9-E3965975A455}" type="pres">
      <dgm:prSet presAssocID="{7874D1DF-9C94-4E8D-8271-3573DFE9C0D6}" presName="rootComposite" presStyleCnt="0"/>
      <dgm:spPr/>
    </dgm:pt>
    <dgm:pt modelId="{BC402D7F-00D9-48AB-82BB-D165FC1F2950}" type="pres">
      <dgm:prSet presAssocID="{7874D1DF-9C94-4E8D-8271-3573DFE9C0D6}" presName="rootText" presStyleLbl="node2" presStyleIdx="2" presStyleCnt="4" custScaleX="12151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77A804-3D48-418A-B27F-BF00A175B285}" type="pres">
      <dgm:prSet presAssocID="{7874D1DF-9C94-4E8D-8271-3573DFE9C0D6}" presName="rootConnector" presStyleLbl="node2" presStyleIdx="2" presStyleCnt="4"/>
      <dgm:spPr/>
      <dgm:t>
        <a:bodyPr/>
        <a:lstStyle/>
        <a:p>
          <a:endParaRPr lang="en-US"/>
        </a:p>
      </dgm:t>
    </dgm:pt>
    <dgm:pt modelId="{352CA6CB-F6E9-40C3-9A05-C2CD5D2DF38C}" type="pres">
      <dgm:prSet presAssocID="{7874D1DF-9C94-4E8D-8271-3573DFE9C0D6}" presName="hierChild4" presStyleCnt="0"/>
      <dgm:spPr/>
    </dgm:pt>
    <dgm:pt modelId="{2FB3A1AA-1BB5-44AA-8DB3-EB7E1E38C796}" type="pres">
      <dgm:prSet presAssocID="{16CAA4F0-EECA-4CE8-A8A8-2B7077B381BB}" presName="Name37" presStyleLbl="parChTrans1D3" presStyleIdx="6" presStyleCnt="10"/>
      <dgm:spPr/>
      <dgm:t>
        <a:bodyPr/>
        <a:lstStyle/>
        <a:p>
          <a:endParaRPr lang="en-US"/>
        </a:p>
      </dgm:t>
    </dgm:pt>
    <dgm:pt modelId="{E4555529-3289-4956-8365-2E4942D83329}" type="pres">
      <dgm:prSet presAssocID="{7BB6C1DC-8141-4120-8C9B-CF60ABE16B54}" presName="hierRoot2" presStyleCnt="0">
        <dgm:presLayoutVars>
          <dgm:hierBranch val="init"/>
        </dgm:presLayoutVars>
      </dgm:prSet>
      <dgm:spPr/>
    </dgm:pt>
    <dgm:pt modelId="{F99528EA-085E-4598-BA59-55F9B66AB23B}" type="pres">
      <dgm:prSet presAssocID="{7BB6C1DC-8141-4120-8C9B-CF60ABE16B54}" presName="rootComposite" presStyleCnt="0"/>
      <dgm:spPr/>
    </dgm:pt>
    <dgm:pt modelId="{AC4A10FB-119A-4477-AD22-56C20E1506BC}" type="pres">
      <dgm:prSet presAssocID="{7BB6C1DC-8141-4120-8C9B-CF60ABE16B54}" presName="rootText" presStyleLbl="node3" presStyleIdx="6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4605CC-F251-4D97-8E29-F74EBA9F8573}" type="pres">
      <dgm:prSet presAssocID="{7BB6C1DC-8141-4120-8C9B-CF60ABE16B54}" presName="rootConnector" presStyleLbl="node3" presStyleIdx="6" presStyleCnt="10"/>
      <dgm:spPr/>
      <dgm:t>
        <a:bodyPr/>
        <a:lstStyle/>
        <a:p>
          <a:endParaRPr lang="en-US"/>
        </a:p>
      </dgm:t>
    </dgm:pt>
    <dgm:pt modelId="{1254E835-068A-41E1-AF12-467A4EA56184}" type="pres">
      <dgm:prSet presAssocID="{7BB6C1DC-8141-4120-8C9B-CF60ABE16B54}" presName="hierChild4" presStyleCnt="0"/>
      <dgm:spPr/>
    </dgm:pt>
    <dgm:pt modelId="{7482777F-C069-4B42-B2B9-612E3A325746}" type="pres">
      <dgm:prSet presAssocID="{7BB6C1DC-8141-4120-8C9B-CF60ABE16B54}" presName="hierChild5" presStyleCnt="0"/>
      <dgm:spPr/>
    </dgm:pt>
    <dgm:pt modelId="{D21C8360-0D85-435B-BBB3-F775AF18E37A}" type="pres">
      <dgm:prSet presAssocID="{CAAD481A-771E-4D23-B54C-317E839B3D01}" presName="Name37" presStyleLbl="parChTrans1D3" presStyleIdx="7" presStyleCnt="10"/>
      <dgm:spPr/>
      <dgm:t>
        <a:bodyPr/>
        <a:lstStyle/>
        <a:p>
          <a:endParaRPr lang="en-US"/>
        </a:p>
      </dgm:t>
    </dgm:pt>
    <dgm:pt modelId="{510F4E83-581A-4C47-A257-83C89E44BB31}" type="pres">
      <dgm:prSet presAssocID="{A5F6E174-130E-4765-A53A-F2004290DB3A}" presName="hierRoot2" presStyleCnt="0">
        <dgm:presLayoutVars>
          <dgm:hierBranch val="init"/>
        </dgm:presLayoutVars>
      </dgm:prSet>
      <dgm:spPr/>
    </dgm:pt>
    <dgm:pt modelId="{9FD8CCB2-8A03-455A-9216-BC6DB0F1B8DC}" type="pres">
      <dgm:prSet presAssocID="{A5F6E174-130E-4765-A53A-F2004290DB3A}" presName="rootComposite" presStyleCnt="0"/>
      <dgm:spPr/>
    </dgm:pt>
    <dgm:pt modelId="{0DA08090-5684-4BE3-91C9-227933F5E34B}" type="pres">
      <dgm:prSet presAssocID="{A5F6E174-130E-4765-A53A-F2004290DB3A}" presName="rootText" presStyleLbl="node3" presStyleIdx="7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55D3C2-C647-468B-9C88-5D0F44CD927F}" type="pres">
      <dgm:prSet presAssocID="{A5F6E174-130E-4765-A53A-F2004290DB3A}" presName="rootConnector" presStyleLbl="node3" presStyleIdx="7" presStyleCnt="10"/>
      <dgm:spPr/>
      <dgm:t>
        <a:bodyPr/>
        <a:lstStyle/>
        <a:p>
          <a:endParaRPr lang="en-US"/>
        </a:p>
      </dgm:t>
    </dgm:pt>
    <dgm:pt modelId="{AF54485B-2D9A-4EC9-B2C2-F72BC12CAA9F}" type="pres">
      <dgm:prSet presAssocID="{A5F6E174-130E-4765-A53A-F2004290DB3A}" presName="hierChild4" presStyleCnt="0"/>
      <dgm:spPr/>
    </dgm:pt>
    <dgm:pt modelId="{367EEC70-7E71-43D9-AD4D-18A66B92C5C0}" type="pres">
      <dgm:prSet presAssocID="{A5F6E174-130E-4765-A53A-F2004290DB3A}" presName="hierChild5" presStyleCnt="0"/>
      <dgm:spPr/>
    </dgm:pt>
    <dgm:pt modelId="{3F144736-DDCB-436F-AA87-9D5F446F964C}" type="pres">
      <dgm:prSet presAssocID="{7874D1DF-9C94-4E8D-8271-3573DFE9C0D6}" presName="hierChild5" presStyleCnt="0"/>
      <dgm:spPr/>
    </dgm:pt>
    <dgm:pt modelId="{9A825921-D8C3-4750-B623-1C35A92515DC}" type="pres">
      <dgm:prSet presAssocID="{E9200947-67CF-434E-BD8A-899F3161FA60}" presName="Name37" presStyleLbl="parChTrans1D2" presStyleIdx="3" presStyleCnt="4"/>
      <dgm:spPr/>
      <dgm:t>
        <a:bodyPr/>
        <a:lstStyle/>
        <a:p>
          <a:endParaRPr lang="en-US"/>
        </a:p>
      </dgm:t>
    </dgm:pt>
    <dgm:pt modelId="{5F442892-16B7-48DA-B622-5BA30C6EB502}" type="pres">
      <dgm:prSet presAssocID="{57330BB1-00D5-4B24-8C47-474ABDC3FB47}" presName="hierRoot2" presStyleCnt="0">
        <dgm:presLayoutVars>
          <dgm:hierBranch val="init"/>
        </dgm:presLayoutVars>
      </dgm:prSet>
      <dgm:spPr/>
    </dgm:pt>
    <dgm:pt modelId="{D29AA202-A0B5-4DDD-8887-293D19E17290}" type="pres">
      <dgm:prSet presAssocID="{57330BB1-00D5-4B24-8C47-474ABDC3FB47}" presName="rootComposite" presStyleCnt="0"/>
      <dgm:spPr/>
    </dgm:pt>
    <dgm:pt modelId="{CD7D6C0B-A79B-48D8-B5E6-8B3990BDD7EC}" type="pres">
      <dgm:prSet presAssocID="{57330BB1-00D5-4B24-8C47-474ABDC3FB47}" presName="rootText" presStyleLbl="node2" presStyleIdx="3" presStyleCnt="4" custScaleX="15010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661A98-8F6F-40EB-B712-8B660202740A}" type="pres">
      <dgm:prSet presAssocID="{57330BB1-00D5-4B24-8C47-474ABDC3FB47}" presName="rootConnector" presStyleLbl="node2" presStyleIdx="3" presStyleCnt="4"/>
      <dgm:spPr/>
      <dgm:t>
        <a:bodyPr/>
        <a:lstStyle/>
        <a:p>
          <a:endParaRPr lang="en-US"/>
        </a:p>
      </dgm:t>
    </dgm:pt>
    <dgm:pt modelId="{CCF38255-5242-4DB5-931E-27181DC3B2A5}" type="pres">
      <dgm:prSet presAssocID="{57330BB1-00D5-4B24-8C47-474ABDC3FB47}" presName="hierChild4" presStyleCnt="0"/>
      <dgm:spPr/>
    </dgm:pt>
    <dgm:pt modelId="{52F24689-8CDB-4EA6-B303-F93B52C0EA64}" type="pres">
      <dgm:prSet presAssocID="{95E2A373-7FD3-417E-A23C-41E79ACBED53}" presName="Name37" presStyleLbl="parChTrans1D3" presStyleIdx="8" presStyleCnt="10"/>
      <dgm:spPr/>
      <dgm:t>
        <a:bodyPr/>
        <a:lstStyle/>
        <a:p>
          <a:endParaRPr lang="en-US"/>
        </a:p>
      </dgm:t>
    </dgm:pt>
    <dgm:pt modelId="{1595BD43-CEC6-4A55-B373-B8CB81794C68}" type="pres">
      <dgm:prSet presAssocID="{3F39664F-1952-4050-AA95-076C6635CC9C}" presName="hierRoot2" presStyleCnt="0">
        <dgm:presLayoutVars>
          <dgm:hierBranch val="init"/>
        </dgm:presLayoutVars>
      </dgm:prSet>
      <dgm:spPr/>
    </dgm:pt>
    <dgm:pt modelId="{EB0E3801-5C77-46BA-9DA5-154AD043E162}" type="pres">
      <dgm:prSet presAssocID="{3F39664F-1952-4050-AA95-076C6635CC9C}" presName="rootComposite" presStyleCnt="0"/>
      <dgm:spPr/>
    </dgm:pt>
    <dgm:pt modelId="{BDEB77BA-0ADB-498E-8012-C4442B9A25CD}" type="pres">
      <dgm:prSet presAssocID="{3F39664F-1952-4050-AA95-076C6635CC9C}" presName="rootText" presStyleLbl="node3" presStyleIdx="8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0A67FB-EAED-410F-9E2D-3CB10FF18733}" type="pres">
      <dgm:prSet presAssocID="{3F39664F-1952-4050-AA95-076C6635CC9C}" presName="rootConnector" presStyleLbl="node3" presStyleIdx="8" presStyleCnt="10"/>
      <dgm:spPr/>
      <dgm:t>
        <a:bodyPr/>
        <a:lstStyle/>
        <a:p>
          <a:endParaRPr lang="en-US"/>
        </a:p>
      </dgm:t>
    </dgm:pt>
    <dgm:pt modelId="{A6925C63-585C-4875-B87C-92C3FEF7A5D2}" type="pres">
      <dgm:prSet presAssocID="{3F39664F-1952-4050-AA95-076C6635CC9C}" presName="hierChild4" presStyleCnt="0"/>
      <dgm:spPr/>
    </dgm:pt>
    <dgm:pt modelId="{9085395C-55CB-4F9B-A72D-174B422A42B4}" type="pres">
      <dgm:prSet presAssocID="{3F39664F-1952-4050-AA95-076C6635CC9C}" presName="hierChild5" presStyleCnt="0"/>
      <dgm:spPr/>
    </dgm:pt>
    <dgm:pt modelId="{028B344E-054D-4F14-AB88-670B23EBEF90}" type="pres">
      <dgm:prSet presAssocID="{3D0A06B1-10C6-4461-8978-D05447D98B12}" presName="Name37" presStyleLbl="parChTrans1D3" presStyleIdx="9" presStyleCnt="10"/>
      <dgm:spPr/>
      <dgm:t>
        <a:bodyPr/>
        <a:lstStyle/>
        <a:p>
          <a:endParaRPr lang="en-US"/>
        </a:p>
      </dgm:t>
    </dgm:pt>
    <dgm:pt modelId="{5B6E1543-56ED-44F5-AFCA-A016CCC60006}" type="pres">
      <dgm:prSet presAssocID="{5EE5F289-889E-4B14-981F-53BF0F8697CE}" presName="hierRoot2" presStyleCnt="0">
        <dgm:presLayoutVars>
          <dgm:hierBranch val="init"/>
        </dgm:presLayoutVars>
      </dgm:prSet>
      <dgm:spPr/>
    </dgm:pt>
    <dgm:pt modelId="{A8CB54B1-F75F-4CE6-B988-0D9F9574BF03}" type="pres">
      <dgm:prSet presAssocID="{5EE5F289-889E-4B14-981F-53BF0F8697CE}" presName="rootComposite" presStyleCnt="0"/>
      <dgm:spPr/>
    </dgm:pt>
    <dgm:pt modelId="{55184122-A114-417B-A26A-831C6B6F592F}" type="pres">
      <dgm:prSet presAssocID="{5EE5F289-889E-4B14-981F-53BF0F8697CE}" presName="rootText" presStyleLbl="node3" presStyleIdx="9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4EA068-0CA0-4A83-9730-AA0083DE6572}" type="pres">
      <dgm:prSet presAssocID="{5EE5F289-889E-4B14-981F-53BF0F8697CE}" presName="rootConnector" presStyleLbl="node3" presStyleIdx="9" presStyleCnt="10"/>
      <dgm:spPr/>
      <dgm:t>
        <a:bodyPr/>
        <a:lstStyle/>
        <a:p>
          <a:endParaRPr lang="en-US"/>
        </a:p>
      </dgm:t>
    </dgm:pt>
    <dgm:pt modelId="{15CC2464-1835-419A-8CEA-55AAEE9B587A}" type="pres">
      <dgm:prSet presAssocID="{5EE5F289-889E-4B14-981F-53BF0F8697CE}" presName="hierChild4" presStyleCnt="0"/>
      <dgm:spPr/>
    </dgm:pt>
    <dgm:pt modelId="{7136FE4A-A004-4B37-943E-031A5D259873}" type="pres">
      <dgm:prSet presAssocID="{5EE5F289-889E-4B14-981F-53BF0F8697CE}" presName="hierChild5" presStyleCnt="0"/>
      <dgm:spPr/>
    </dgm:pt>
    <dgm:pt modelId="{3E9F0667-0015-438A-8424-37495F98BDD0}" type="pres">
      <dgm:prSet presAssocID="{57330BB1-00D5-4B24-8C47-474ABDC3FB47}" presName="hierChild5" presStyleCnt="0"/>
      <dgm:spPr/>
    </dgm:pt>
    <dgm:pt modelId="{3EEC3781-E342-4EBF-B933-4CE140DFD471}" type="pres">
      <dgm:prSet presAssocID="{DB5A4DEB-C01A-4E4C-92A4-F29E0F05CB4E}" presName="hierChild3" presStyleCnt="0"/>
      <dgm:spPr/>
    </dgm:pt>
  </dgm:ptLst>
  <dgm:cxnLst>
    <dgm:cxn modelId="{D6650FA9-17A1-47C3-A17F-C3E70CA5F78A}" type="presOf" srcId="{57330BB1-00D5-4B24-8C47-474ABDC3FB47}" destId="{D4661A98-8F6F-40EB-B712-8B660202740A}" srcOrd="1" destOrd="0" presId="urn:microsoft.com/office/officeart/2005/8/layout/orgChart1"/>
    <dgm:cxn modelId="{A3849A55-F130-4C72-80CE-F590EE66BDC5}" srcId="{3C30A7CE-8659-4F45-9DE9-F6ADAD7E98D4}" destId="{7D139687-E7E1-4C58-B751-C5E4B97E218B}" srcOrd="2" destOrd="0" parTransId="{122A6280-75DE-427F-97B2-549F8987C94C}" sibTransId="{F12E2405-98D3-40CA-A403-22730195D009}"/>
    <dgm:cxn modelId="{E71D610D-FB30-4032-A2BE-C3C17774706D}" type="presOf" srcId="{CAAD481A-771E-4D23-B54C-317E839B3D01}" destId="{D21C8360-0D85-435B-BBB3-F775AF18E37A}" srcOrd="0" destOrd="0" presId="urn:microsoft.com/office/officeart/2005/8/layout/orgChart1"/>
    <dgm:cxn modelId="{688729E6-3A21-4F49-B3B1-CFD6E45D9C8B}" type="presOf" srcId="{7874D1DF-9C94-4E8D-8271-3573DFE9C0D6}" destId="{BC402D7F-00D9-48AB-82BB-D165FC1F2950}" srcOrd="0" destOrd="0" presId="urn:microsoft.com/office/officeart/2005/8/layout/orgChart1"/>
    <dgm:cxn modelId="{6BC4AA24-0347-4AFD-A94E-E8637210F22C}" type="presOf" srcId="{7874D1DF-9C94-4E8D-8271-3573DFE9C0D6}" destId="{5477A804-3D48-418A-B27F-BF00A175B285}" srcOrd="1" destOrd="0" presId="urn:microsoft.com/office/officeart/2005/8/layout/orgChart1"/>
    <dgm:cxn modelId="{98704BE4-F9E4-41EC-B3A3-BDDB4785A563}" type="presOf" srcId="{3F39664F-1952-4050-AA95-076C6635CC9C}" destId="{BDEB77BA-0ADB-498E-8012-C4442B9A25CD}" srcOrd="0" destOrd="0" presId="urn:microsoft.com/office/officeart/2005/8/layout/orgChart1"/>
    <dgm:cxn modelId="{56805B4B-9AB5-410F-B4A7-F3797E3F0FA3}" srcId="{C13F35F0-A8B5-491A-B6F7-C97136654D9A}" destId="{B341D69B-246E-45F8-98D8-3C479CCFC3F8}" srcOrd="2" destOrd="0" parTransId="{00127F04-FE10-41A7-8C5E-B17BD5CD1107}" sibTransId="{1F151654-70A5-4818-ACE9-61F5010FDAE8}"/>
    <dgm:cxn modelId="{09AE82EE-BF7C-45A7-85DB-C6D6A92C0CF7}" srcId="{DB5A4DEB-C01A-4E4C-92A4-F29E0F05CB4E}" destId="{57330BB1-00D5-4B24-8C47-474ABDC3FB47}" srcOrd="3" destOrd="0" parTransId="{E9200947-67CF-434E-BD8A-899F3161FA60}" sibTransId="{E3B85F10-AA96-44A6-AB75-8A307A87796B}"/>
    <dgm:cxn modelId="{6C9B1068-A431-4505-8D78-08D522A0718F}" type="presOf" srcId="{16CAA4F0-EECA-4CE8-A8A8-2B7077B381BB}" destId="{2FB3A1AA-1BB5-44AA-8DB3-EB7E1E38C796}" srcOrd="0" destOrd="0" presId="urn:microsoft.com/office/officeart/2005/8/layout/orgChart1"/>
    <dgm:cxn modelId="{B46151D4-551A-474B-916C-4B08DC56E211}" srcId="{3C30A7CE-8659-4F45-9DE9-F6ADAD7E98D4}" destId="{DA9EEA47-BF63-49FE-AED7-62C387CCDB1B}" srcOrd="1" destOrd="0" parTransId="{5438655B-E7FA-4953-9E0C-56E9BE56C9CF}" sibTransId="{2703F301-E101-4F4D-98C6-2415AEF37135}"/>
    <dgm:cxn modelId="{2739D362-0E17-40EE-B834-DDC1934EE086}" type="presOf" srcId="{B6E9F1CA-B85C-4B01-AD35-22AF3D9556EE}" destId="{6CA88DC3-31AC-45AA-ABDD-8E808BE2500A}" srcOrd="1" destOrd="0" presId="urn:microsoft.com/office/officeart/2005/8/layout/orgChart1"/>
    <dgm:cxn modelId="{89433469-B2B9-4501-9ABE-12E0AA6DBAFC}" type="presOf" srcId="{57330BB1-00D5-4B24-8C47-474ABDC3FB47}" destId="{CD7D6C0B-A79B-48D8-B5E6-8B3990BDD7EC}" srcOrd="0" destOrd="0" presId="urn:microsoft.com/office/officeart/2005/8/layout/orgChart1"/>
    <dgm:cxn modelId="{230BE29A-9890-408F-86C5-B6188C0AA9FD}" type="presOf" srcId="{7BB6C1DC-8141-4120-8C9B-CF60ABE16B54}" destId="{AC4A10FB-119A-4477-AD22-56C20E1506BC}" srcOrd="0" destOrd="0" presId="urn:microsoft.com/office/officeart/2005/8/layout/orgChart1"/>
    <dgm:cxn modelId="{E1D6A9D5-AF71-4079-BF5C-745447D0A705}" type="presOf" srcId="{3F39664F-1952-4050-AA95-076C6635CC9C}" destId="{390A67FB-EAED-410F-9E2D-3CB10FF18733}" srcOrd="1" destOrd="0" presId="urn:microsoft.com/office/officeart/2005/8/layout/orgChart1"/>
    <dgm:cxn modelId="{5A75F384-2305-49D9-A921-4284A766FAAD}" type="presOf" srcId="{2BF4673F-24FF-4494-8012-B46AD8D574F5}" destId="{0367BAAC-CF82-45E5-A312-5ED3AA79C948}" srcOrd="0" destOrd="0" presId="urn:microsoft.com/office/officeart/2005/8/layout/orgChart1"/>
    <dgm:cxn modelId="{08C1ECC9-23B3-4926-A7C4-C6D66AE91089}" srcId="{4162589E-2FB6-4AD3-8EF5-BECF6C89CCBF}" destId="{DB5A4DEB-C01A-4E4C-92A4-F29E0F05CB4E}" srcOrd="0" destOrd="0" parTransId="{CEC16CFD-BFF7-40C1-B646-E4C80A3A6C97}" sibTransId="{76532A56-D202-4AFC-8967-EED02AE3D73F}"/>
    <dgm:cxn modelId="{2B46D0C3-7C64-42D9-AA88-08A7EB1CC4B1}" type="presOf" srcId="{4D4FB43A-F097-456D-93F9-6558E6B42389}" destId="{B1E51305-030D-4D29-A69F-D28D9415DA42}" srcOrd="0" destOrd="0" presId="urn:microsoft.com/office/officeart/2005/8/layout/orgChart1"/>
    <dgm:cxn modelId="{A7940AAF-826A-4D87-AFB5-2315DCF17BED}" type="presOf" srcId="{E9200947-67CF-434E-BD8A-899F3161FA60}" destId="{9A825921-D8C3-4750-B623-1C35A92515DC}" srcOrd="0" destOrd="0" presId="urn:microsoft.com/office/officeart/2005/8/layout/orgChart1"/>
    <dgm:cxn modelId="{00BFAEBA-4432-473C-A5F4-0297AD68EDF8}" type="presOf" srcId="{49CC6C0E-6904-4893-8702-06F6495E0B8D}" destId="{013F9A9C-6607-4F81-A11F-089EF48A28DB}" srcOrd="1" destOrd="0" presId="urn:microsoft.com/office/officeart/2005/8/layout/orgChart1"/>
    <dgm:cxn modelId="{7C5D2C66-BC3E-4DD1-9238-EB3E46A04008}" type="presOf" srcId="{7D139687-E7E1-4C58-B751-C5E4B97E218B}" destId="{979B4DF0-505F-4ED7-B89F-16AD82605D41}" srcOrd="1" destOrd="0" presId="urn:microsoft.com/office/officeart/2005/8/layout/orgChart1"/>
    <dgm:cxn modelId="{B2C424F7-CA72-4260-966A-B6AF922C1437}" type="presOf" srcId="{DB5A4DEB-C01A-4E4C-92A4-F29E0F05CB4E}" destId="{DBF3A957-1660-4AAB-9FC3-9C591E6C6B6D}" srcOrd="0" destOrd="0" presId="urn:microsoft.com/office/officeart/2005/8/layout/orgChart1"/>
    <dgm:cxn modelId="{BFD1BCAE-E64D-48A7-92A8-33AE2DE3F569}" type="presOf" srcId="{B341D69B-246E-45F8-98D8-3C479CCFC3F8}" destId="{70DA9CFC-0A1D-4103-9DDB-CCE1368EE616}" srcOrd="1" destOrd="0" presId="urn:microsoft.com/office/officeart/2005/8/layout/orgChart1"/>
    <dgm:cxn modelId="{942D8E2D-7290-4260-B1B8-C820CB4A66E2}" type="presOf" srcId="{A5F6E174-130E-4765-A53A-F2004290DB3A}" destId="{FB55D3C2-C647-468B-9C88-5D0F44CD927F}" srcOrd="1" destOrd="0" presId="urn:microsoft.com/office/officeart/2005/8/layout/orgChart1"/>
    <dgm:cxn modelId="{475E22DD-CC23-4F08-9198-F54D10755EC3}" srcId="{DB5A4DEB-C01A-4E4C-92A4-F29E0F05CB4E}" destId="{C13F35F0-A8B5-491A-B6F7-C97136654D9A}" srcOrd="0" destOrd="0" parTransId="{2BF4673F-24FF-4494-8012-B46AD8D574F5}" sibTransId="{A1675545-4B12-4642-ADD2-85B87B50FF84}"/>
    <dgm:cxn modelId="{CD33D623-3EB6-4153-8FEB-E03501252FB2}" type="presOf" srcId="{B6E9F1CA-B85C-4B01-AD35-22AF3D9556EE}" destId="{A885D32F-04B0-4520-9558-09845E122A0C}" srcOrd="0" destOrd="0" presId="urn:microsoft.com/office/officeart/2005/8/layout/orgChart1"/>
    <dgm:cxn modelId="{57A6DCD4-0718-41A4-88EC-BF47EE278D1B}" type="presOf" srcId="{94285347-0893-4E6B-83DC-80385139C92B}" destId="{13411726-9C50-430E-BFA1-9FA2FB0B1274}" srcOrd="0" destOrd="0" presId="urn:microsoft.com/office/officeart/2005/8/layout/orgChart1"/>
    <dgm:cxn modelId="{C7EA7A66-4BFF-4460-BE15-0E56B6C2432F}" srcId="{7874D1DF-9C94-4E8D-8271-3573DFE9C0D6}" destId="{7BB6C1DC-8141-4120-8C9B-CF60ABE16B54}" srcOrd="0" destOrd="0" parTransId="{16CAA4F0-EECA-4CE8-A8A8-2B7077B381BB}" sibTransId="{378171FA-3F04-4F2A-85E8-91DF2D4CC158}"/>
    <dgm:cxn modelId="{9FBF2DB1-F3D3-4AE8-AC3C-0DF1A042953A}" type="presOf" srcId="{DA9EEA47-BF63-49FE-AED7-62C387CCDB1B}" destId="{F5D296E6-BE12-4EEF-8DC9-A415D1F731BC}" srcOrd="0" destOrd="0" presId="urn:microsoft.com/office/officeart/2005/8/layout/orgChart1"/>
    <dgm:cxn modelId="{E316A6C9-28B6-489E-A887-B0E9D8BE86C3}" type="presOf" srcId="{3C30A7CE-8659-4F45-9DE9-F6ADAD7E98D4}" destId="{775C4CA3-06E0-4D14-B1F1-AD4FE6470218}" srcOrd="0" destOrd="0" presId="urn:microsoft.com/office/officeart/2005/8/layout/orgChart1"/>
    <dgm:cxn modelId="{858A0ACE-F1B4-4D78-AC39-7E16D528692E}" type="presOf" srcId="{B341D69B-246E-45F8-98D8-3C479CCFC3F8}" destId="{6341D907-D2BA-4ED2-A798-D80859344299}" srcOrd="0" destOrd="0" presId="urn:microsoft.com/office/officeart/2005/8/layout/orgChart1"/>
    <dgm:cxn modelId="{D8EE4CC0-0848-44D8-92D9-135CE6967C76}" type="presOf" srcId="{C13F35F0-A8B5-491A-B6F7-C97136654D9A}" destId="{940FF289-C6A0-4579-89AB-4CA487A4F028}" srcOrd="1" destOrd="0" presId="urn:microsoft.com/office/officeart/2005/8/layout/orgChart1"/>
    <dgm:cxn modelId="{F1EC17A8-FA54-432D-9741-9D15CFADDC72}" type="presOf" srcId="{C13F35F0-A8B5-491A-B6F7-C97136654D9A}" destId="{4EADDB1F-E9BB-4771-98B6-A2034518AE1C}" srcOrd="0" destOrd="0" presId="urn:microsoft.com/office/officeart/2005/8/layout/orgChart1"/>
    <dgm:cxn modelId="{9979B6FF-2E51-48B9-8504-4779A4AD118F}" type="presOf" srcId="{5438655B-E7FA-4953-9E0C-56E9BE56C9CF}" destId="{5FC357CB-6463-4547-A03F-C4A7F9AE75AC}" srcOrd="0" destOrd="0" presId="urn:microsoft.com/office/officeart/2005/8/layout/orgChart1"/>
    <dgm:cxn modelId="{9A8A793A-33A9-4C57-AB6D-72B019A2624F}" type="presOf" srcId="{5EE5F289-889E-4B14-981F-53BF0F8697CE}" destId="{4A4EA068-0CA0-4A83-9730-AA0083DE6572}" srcOrd="1" destOrd="0" presId="urn:microsoft.com/office/officeart/2005/8/layout/orgChart1"/>
    <dgm:cxn modelId="{DDE4CCF8-AEAA-43C2-B47C-E2EBB2EC4709}" srcId="{DB5A4DEB-C01A-4E4C-92A4-F29E0F05CB4E}" destId="{3C30A7CE-8659-4F45-9DE9-F6ADAD7E98D4}" srcOrd="1" destOrd="0" parTransId="{4D4FB43A-F097-456D-93F9-6558E6B42389}" sibTransId="{E5FFC31E-4020-40F8-B52D-9820EE7F3794}"/>
    <dgm:cxn modelId="{441E7AE2-3367-4BEF-80AF-73D1E9A54104}" srcId="{C13F35F0-A8B5-491A-B6F7-C97136654D9A}" destId="{B6E9F1CA-B85C-4B01-AD35-22AF3D9556EE}" srcOrd="0" destOrd="0" parTransId="{5E89E60A-F055-478F-AB98-5A85AADC82A2}" sibTransId="{2B44F0D7-2608-41C5-A5F5-93955F42837C}"/>
    <dgm:cxn modelId="{40AE625E-AAF6-468E-A368-452AEDA6E99C}" srcId="{3C30A7CE-8659-4F45-9DE9-F6ADAD7E98D4}" destId="{49CC6C0E-6904-4893-8702-06F6495E0B8D}" srcOrd="0" destOrd="0" parTransId="{AE4A4CE1-7939-455C-BA36-ADB0BB377869}" sibTransId="{6BC1FCDE-52C5-4721-83FF-76835CE2A961}"/>
    <dgm:cxn modelId="{DEBF0A52-69F9-4DD5-96E8-30876154B4B2}" type="presOf" srcId="{49CC6C0E-6904-4893-8702-06F6495E0B8D}" destId="{DD7D7D43-2F1C-45BD-A8A9-2107C2BC4717}" srcOrd="0" destOrd="0" presId="urn:microsoft.com/office/officeart/2005/8/layout/orgChart1"/>
    <dgm:cxn modelId="{DD8F071E-DF7D-4027-B723-D8DA7266CEF6}" type="presOf" srcId="{3C30A7CE-8659-4F45-9DE9-F6ADAD7E98D4}" destId="{5AE5CD02-736E-4F14-974C-D66B2E90A7F1}" srcOrd="1" destOrd="0" presId="urn:microsoft.com/office/officeart/2005/8/layout/orgChart1"/>
    <dgm:cxn modelId="{2DF768AC-6488-4AAF-B6A7-D8428143FD0B}" type="presOf" srcId="{3D0A06B1-10C6-4461-8978-D05447D98B12}" destId="{028B344E-054D-4F14-AB88-670B23EBEF90}" srcOrd="0" destOrd="0" presId="urn:microsoft.com/office/officeart/2005/8/layout/orgChart1"/>
    <dgm:cxn modelId="{DBB0C4AA-2C58-404B-8660-164C93FFD5C0}" srcId="{7874D1DF-9C94-4E8D-8271-3573DFE9C0D6}" destId="{A5F6E174-130E-4765-A53A-F2004290DB3A}" srcOrd="1" destOrd="0" parTransId="{CAAD481A-771E-4D23-B54C-317E839B3D01}" sibTransId="{895ECF87-AE8E-451C-8848-C0B66CBFC317}"/>
    <dgm:cxn modelId="{363E3A00-26FD-4182-BE61-B53AD850C511}" type="presOf" srcId="{4162589E-2FB6-4AD3-8EF5-BECF6C89CCBF}" destId="{9CB999F6-BBF2-4E39-96D8-5E039551465E}" srcOrd="0" destOrd="0" presId="urn:microsoft.com/office/officeart/2005/8/layout/orgChart1"/>
    <dgm:cxn modelId="{08A867EF-6CBE-4628-9A76-DD154F293BD8}" type="presOf" srcId="{7BB6C1DC-8141-4120-8C9B-CF60ABE16B54}" destId="{4F4605CC-F251-4D97-8E29-F74EBA9F8573}" srcOrd="1" destOrd="0" presId="urn:microsoft.com/office/officeart/2005/8/layout/orgChart1"/>
    <dgm:cxn modelId="{341B9A79-B964-43C1-B086-3FD92106C79C}" srcId="{DB5A4DEB-C01A-4E4C-92A4-F29E0F05CB4E}" destId="{7874D1DF-9C94-4E8D-8271-3573DFE9C0D6}" srcOrd="2" destOrd="0" parTransId="{FD5C3792-3B16-40AF-A3F2-748E280ABC41}" sibTransId="{0FA45999-EE0F-4C64-B775-66440367E0C8}"/>
    <dgm:cxn modelId="{69AFFB5F-3464-436C-A486-85E82EB31774}" type="presOf" srcId="{A5F6E174-130E-4765-A53A-F2004290DB3A}" destId="{0DA08090-5684-4BE3-91C9-227933F5E34B}" srcOrd="0" destOrd="0" presId="urn:microsoft.com/office/officeart/2005/8/layout/orgChart1"/>
    <dgm:cxn modelId="{3D739902-D234-4AA9-8545-63A77A1F3337}" type="presOf" srcId="{7D139687-E7E1-4C58-B751-C5E4B97E218B}" destId="{FDC93475-C2B3-4119-8BB0-999BA04DC87F}" srcOrd="0" destOrd="0" presId="urn:microsoft.com/office/officeart/2005/8/layout/orgChart1"/>
    <dgm:cxn modelId="{02147CDF-9326-4694-B7F5-E27DCC97411E}" type="presOf" srcId="{DB5A4DEB-C01A-4E4C-92A4-F29E0F05CB4E}" destId="{99EE3DBF-9606-467E-9540-17C27EDE87A6}" srcOrd="1" destOrd="0" presId="urn:microsoft.com/office/officeart/2005/8/layout/orgChart1"/>
    <dgm:cxn modelId="{FA82009D-9A0B-43FF-8BB7-F5F7F3D1A901}" type="presOf" srcId="{122A6280-75DE-427F-97B2-549F8987C94C}" destId="{F5FFDBD7-66A4-4EEC-A651-A4E283692F7D}" srcOrd="0" destOrd="0" presId="urn:microsoft.com/office/officeart/2005/8/layout/orgChart1"/>
    <dgm:cxn modelId="{24A4E233-8CF8-4220-B391-DC994121582B}" type="presOf" srcId="{5CB47E8A-98B3-4A91-9538-B2F797461D7A}" destId="{64065B09-94C5-4F52-8524-B2560F975DA1}" srcOrd="0" destOrd="0" presId="urn:microsoft.com/office/officeart/2005/8/layout/orgChart1"/>
    <dgm:cxn modelId="{AA442B4F-7C98-4E2B-B75E-179C71840BD0}" type="presOf" srcId="{95E2A373-7FD3-417E-A23C-41E79ACBED53}" destId="{52F24689-8CDB-4EA6-B303-F93B52C0EA64}" srcOrd="0" destOrd="0" presId="urn:microsoft.com/office/officeart/2005/8/layout/orgChart1"/>
    <dgm:cxn modelId="{D8CB0935-92EC-41B8-95CD-E9591A029EE8}" type="presOf" srcId="{DA9EEA47-BF63-49FE-AED7-62C387CCDB1B}" destId="{5221F7EE-590E-496A-83F1-CF35470DEC97}" srcOrd="1" destOrd="0" presId="urn:microsoft.com/office/officeart/2005/8/layout/orgChart1"/>
    <dgm:cxn modelId="{B7024CFF-3246-4797-80F5-CAC5110D47FA}" srcId="{57330BB1-00D5-4B24-8C47-474ABDC3FB47}" destId="{3F39664F-1952-4050-AA95-076C6635CC9C}" srcOrd="0" destOrd="0" parTransId="{95E2A373-7FD3-417E-A23C-41E79ACBED53}" sibTransId="{ACA8C29B-DD1D-4F92-84ED-A28BA8285F3B}"/>
    <dgm:cxn modelId="{BDC49969-366D-4DC8-9D0D-80CCFEFAB08E}" type="presOf" srcId="{5CB47E8A-98B3-4A91-9538-B2F797461D7A}" destId="{4F4AC229-3845-4033-9018-C23FF8324E14}" srcOrd="1" destOrd="0" presId="urn:microsoft.com/office/officeart/2005/8/layout/orgChart1"/>
    <dgm:cxn modelId="{860705EC-847C-438B-9F36-28733B074ACB}" srcId="{57330BB1-00D5-4B24-8C47-474ABDC3FB47}" destId="{5EE5F289-889E-4B14-981F-53BF0F8697CE}" srcOrd="1" destOrd="0" parTransId="{3D0A06B1-10C6-4461-8978-D05447D98B12}" sibTransId="{AE4001F8-4813-4E9E-A4AA-B1B6ED59B9BE}"/>
    <dgm:cxn modelId="{49500958-DA25-4E85-90C0-2B7DDE54BECC}" type="presOf" srcId="{AE4A4CE1-7939-455C-BA36-ADB0BB377869}" destId="{DA93F204-1AA5-4531-A8A4-6B5F6131F682}" srcOrd="0" destOrd="0" presId="urn:microsoft.com/office/officeart/2005/8/layout/orgChart1"/>
    <dgm:cxn modelId="{669FE359-6FBB-4B6C-90BF-39E57CB13168}" type="presOf" srcId="{5EE5F289-889E-4B14-981F-53BF0F8697CE}" destId="{55184122-A114-417B-A26A-831C6B6F592F}" srcOrd="0" destOrd="0" presId="urn:microsoft.com/office/officeart/2005/8/layout/orgChart1"/>
    <dgm:cxn modelId="{C86F5942-653B-4A09-8192-1579D372D58A}" type="presOf" srcId="{5E89E60A-F055-478F-AB98-5A85AADC82A2}" destId="{F88FCCC5-6589-49D5-A211-A97CD0D6D469}" srcOrd="0" destOrd="0" presId="urn:microsoft.com/office/officeart/2005/8/layout/orgChart1"/>
    <dgm:cxn modelId="{A5629462-31BC-4212-B792-D6C3E96A2C75}" type="presOf" srcId="{FD5C3792-3B16-40AF-A3F2-748E280ABC41}" destId="{BB0AEA92-07B5-4FBA-A33F-5CDCB4162A05}" srcOrd="0" destOrd="0" presId="urn:microsoft.com/office/officeart/2005/8/layout/orgChart1"/>
    <dgm:cxn modelId="{EB64DAF0-A8EF-4177-8D41-8461B64D5569}" srcId="{C13F35F0-A8B5-491A-B6F7-C97136654D9A}" destId="{5CB47E8A-98B3-4A91-9538-B2F797461D7A}" srcOrd="1" destOrd="0" parTransId="{94285347-0893-4E6B-83DC-80385139C92B}" sibTransId="{7A39E87D-9F41-492C-8CF4-0E029E4E49F0}"/>
    <dgm:cxn modelId="{E4C1A3D1-1209-4003-8124-B0C689884B74}" type="presOf" srcId="{00127F04-FE10-41A7-8C5E-B17BD5CD1107}" destId="{FDF18170-7C56-4228-BD68-6F308EAB3BCF}" srcOrd="0" destOrd="0" presId="urn:microsoft.com/office/officeart/2005/8/layout/orgChart1"/>
    <dgm:cxn modelId="{EBC938F0-1A5F-4C04-80A5-8C9FFE32064A}" type="presParOf" srcId="{9CB999F6-BBF2-4E39-96D8-5E039551465E}" destId="{4DD7F656-C555-4E59-8C53-BBDCD06B6655}" srcOrd="0" destOrd="0" presId="urn:microsoft.com/office/officeart/2005/8/layout/orgChart1"/>
    <dgm:cxn modelId="{8DCE9678-D5E8-44EF-BA58-D2FADF23D9E2}" type="presParOf" srcId="{4DD7F656-C555-4E59-8C53-BBDCD06B6655}" destId="{B319875D-D535-4FA7-9F6B-0D7E0CF7B696}" srcOrd="0" destOrd="0" presId="urn:microsoft.com/office/officeart/2005/8/layout/orgChart1"/>
    <dgm:cxn modelId="{ACE9030B-E5A8-4F37-BECC-E9F6F9991A03}" type="presParOf" srcId="{B319875D-D535-4FA7-9F6B-0D7E0CF7B696}" destId="{DBF3A957-1660-4AAB-9FC3-9C591E6C6B6D}" srcOrd="0" destOrd="0" presId="urn:microsoft.com/office/officeart/2005/8/layout/orgChart1"/>
    <dgm:cxn modelId="{A7A27E9B-DFA5-4B22-8128-D156613CD4B4}" type="presParOf" srcId="{B319875D-D535-4FA7-9F6B-0D7E0CF7B696}" destId="{99EE3DBF-9606-467E-9540-17C27EDE87A6}" srcOrd="1" destOrd="0" presId="urn:microsoft.com/office/officeart/2005/8/layout/orgChart1"/>
    <dgm:cxn modelId="{1448883F-BF76-4267-B660-DD1F47F0F551}" type="presParOf" srcId="{4DD7F656-C555-4E59-8C53-BBDCD06B6655}" destId="{EA55A1D5-8B33-4A99-BA2A-6906B63BF55E}" srcOrd="1" destOrd="0" presId="urn:microsoft.com/office/officeart/2005/8/layout/orgChart1"/>
    <dgm:cxn modelId="{CFF18BD3-1647-4A6A-821A-1D3DB12B39A0}" type="presParOf" srcId="{EA55A1D5-8B33-4A99-BA2A-6906B63BF55E}" destId="{0367BAAC-CF82-45E5-A312-5ED3AA79C948}" srcOrd="0" destOrd="0" presId="urn:microsoft.com/office/officeart/2005/8/layout/orgChart1"/>
    <dgm:cxn modelId="{DFE2FEC1-85F3-4AED-B0CB-C1228584E095}" type="presParOf" srcId="{EA55A1D5-8B33-4A99-BA2A-6906B63BF55E}" destId="{C70B1C6F-4466-4FD7-BD10-F1FB3484CA35}" srcOrd="1" destOrd="0" presId="urn:microsoft.com/office/officeart/2005/8/layout/orgChart1"/>
    <dgm:cxn modelId="{467D7F8F-83FF-4A35-8711-DC7AA2EDD7F7}" type="presParOf" srcId="{C70B1C6F-4466-4FD7-BD10-F1FB3484CA35}" destId="{AA61A806-5A0A-4A0B-91DE-58E809C27221}" srcOrd="0" destOrd="0" presId="urn:microsoft.com/office/officeart/2005/8/layout/orgChart1"/>
    <dgm:cxn modelId="{ED099B8E-EA61-4161-B3D5-C99FA6E4A6D8}" type="presParOf" srcId="{AA61A806-5A0A-4A0B-91DE-58E809C27221}" destId="{4EADDB1F-E9BB-4771-98B6-A2034518AE1C}" srcOrd="0" destOrd="0" presId="urn:microsoft.com/office/officeart/2005/8/layout/orgChart1"/>
    <dgm:cxn modelId="{A62B941A-4028-410F-8146-F2C4983D7C10}" type="presParOf" srcId="{AA61A806-5A0A-4A0B-91DE-58E809C27221}" destId="{940FF289-C6A0-4579-89AB-4CA487A4F028}" srcOrd="1" destOrd="0" presId="urn:microsoft.com/office/officeart/2005/8/layout/orgChart1"/>
    <dgm:cxn modelId="{3B71E3EC-A317-422E-AAEB-A6046696BBE5}" type="presParOf" srcId="{C70B1C6F-4466-4FD7-BD10-F1FB3484CA35}" destId="{1C50AE75-1728-43DA-B801-72CC4F096BE8}" srcOrd="1" destOrd="0" presId="urn:microsoft.com/office/officeart/2005/8/layout/orgChart1"/>
    <dgm:cxn modelId="{529BCCF1-F14E-4BFF-AF67-797BA663F371}" type="presParOf" srcId="{1C50AE75-1728-43DA-B801-72CC4F096BE8}" destId="{F88FCCC5-6589-49D5-A211-A97CD0D6D469}" srcOrd="0" destOrd="0" presId="urn:microsoft.com/office/officeart/2005/8/layout/orgChart1"/>
    <dgm:cxn modelId="{3F33F3C8-7DBF-4E15-8EF2-114CFFB8C5BA}" type="presParOf" srcId="{1C50AE75-1728-43DA-B801-72CC4F096BE8}" destId="{B068505C-7CAF-4813-83D3-E25E1A437DF0}" srcOrd="1" destOrd="0" presId="urn:microsoft.com/office/officeart/2005/8/layout/orgChart1"/>
    <dgm:cxn modelId="{313C4B61-0753-4165-B43F-B9D7F859A532}" type="presParOf" srcId="{B068505C-7CAF-4813-83D3-E25E1A437DF0}" destId="{248663D8-97E2-420B-AFC0-671D34FA0122}" srcOrd="0" destOrd="0" presId="urn:microsoft.com/office/officeart/2005/8/layout/orgChart1"/>
    <dgm:cxn modelId="{A0F62394-EF67-4F39-B336-4A10A26B05FB}" type="presParOf" srcId="{248663D8-97E2-420B-AFC0-671D34FA0122}" destId="{A885D32F-04B0-4520-9558-09845E122A0C}" srcOrd="0" destOrd="0" presId="urn:microsoft.com/office/officeart/2005/8/layout/orgChart1"/>
    <dgm:cxn modelId="{13F7F2A2-D934-40C1-9BC2-0BD208DE9272}" type="presParOf" srcId="{248663D8-97E2-420B-AFC0-671D34FA0122}" destId="{6CA88DC3-31AC-45AA-ABDD-8E808BE2500A}" srcOrd="1" destOrd="0" presId="urn:microsoft.com/office/officeart/2005/8/layout/orgChart1"/>
    <dgm:cxn modelId="{2CF31E36-6C30-4AD5-BC80-43B0AAA8102E}" type="presParOf" srcId="{B068505C-7CAF-4813-83D3-E25E1A437DF0}" destId="{99A1EC4F-19AB-410F-A2E3-FC5325D25FE2}" srcOrd="1" destOrd="0" presId="urn:microsoft.com/office/officeart/2005/8/layout/orgChart1"/>
    <dgm:cxn modelId="{298D624B-2F5E-48B4-8958-F0DE63210078}" type="presParOf" srcId="{B068505C-7CAF-4813-83D3-E25E1A437DF0}" destId="{4296D40E-B6F4-445D-8295-0DAE8967D93F}" srcOrd="2" destOrd="0" presId="urn:microsoft.com/office/officeart/2005/8/layout/orgChart1"/>
    <dgm:cxn modelId="{BAC53932-132E-48C2-A9EF-D2B18156B92E}" type="presParOf" srcId="{1C50AE75-1728-43DA-B801-72CC4F096BE8}" destId="{13411726-9C50-430E-BFA1-9FA2FB0B1274}" srcOrd="2" destOrd="0" presId="urn:microsoft.com/office/officeart/2005/8/layout/orgChart1"/>
    <dgm:cxn modelId="{022E3C8C-816F-4530-A977-2862C4D3462D}" type="presParOf" srcId="{1C50AE75-1728-43DA-B801-72CC4F096BE8}" destId="{DA40A4FD-6418-4D8C-B324-212200898F91}" srcOrd="3" destOrd="0" presId="urn:microsoft.com/office/officeart/2005/8/layout/orgChart1"/>
    <dgm:cxn modelId="{47DD99FD-BA7F-411D-BE3E-F722A53DE4EB}" type="presParOf" srcId="{DA40A4FD-6418-4D8C-B324-212200898F91}" destId="{D64EB4C7-59E7-411D-A40D-D489597C7950}" srcOrd="0" destOrd="0" presId="urn:microsoft.com/office/officeart/2005/8/layout/orgChart1"/>
    <dgm:cxn modelId="{46C94FDB-A163-427F-83F2-AA5E3880F969}" type="presParOf" srcId="{D64EB4C7-59E7-411D-A40D-D489597C7950}" destId="{64065B09-94C5-4F52-8524-B2560F975DA1}" srcOrd="0" destOrd="0" presId="urn:microsoft.com/office/officeart/2005/8/layout/orgChart1"/>
    <dgm:cxn modelId="{7449758D-23EF-4B18-981C-CC06E47F941D}" type="presParOf" srcId="{D64EB4C7-59E7-411D-A40D-D489597C7950}" destId="{4F4AC229-3845-4033-9018-C23FF8324E14}" srcOrd="1" destOrd="0" presId="urn:microsoft.com/office/officeart/2005/8/layout/orgChart1"/>
    <dgm:cxn modelId="{2DAA6110-35BD-4F34-94AB-0594E51A9908}" type="presParOf" srcId="{DA40A4FD-6418-4D8C-B324-212200898F91}" destId="{C95011C2-79D8-48BE-B2B1-1CA4AD143278}" srcOrd="1" destOrd="0" presId="urn:microsoft.com/office/officeart/2005/8/layout/orgChart1"/>
    <dgm:cxn modelId="{913042B4-45A9-40CE-835D-CAA374DB3C48}" type="presParOf" srcId="{DA40A4FD-6418-4D8C-B324-212200898F91}" destId="{3ECA14FB-8E61-4F29-BF62-641EE3F163A8}" srcOrd="2" destOrd="0" presId="urn:microsoft.com/office/officeart/2005/8/layout/orgChart1"/>
    <dgm:cxn modelId="{6758C5FC-F569-463A-BF2A-624C42605205}" type="presParOf" srcId="{1C50AE75-1728-43DA-B801-72CC4F096BE8}" destId="{FDF18170-7C56-4228-BD68-6F308EAB3BCF}" srcOrd="4" destOrd="0" presId="urn:microsoft.com/office/officeart/2005/8/layout/orgChart1"/>
    <dgm:cxn modelId="{4BEFE507-E560-4295-A1FC-248AA0091971}" type="presParOf" srcId="{1C50AE75-1728-43DA-B801-72CC4F096BE8}" destId="{71E12211-D9B2-4891-AF9D-C4542A9407AD}" srcOrd="5" destOrd="0" presId="urn:microsoft.com/office/officeart/2005/8/layout/orgChart1"/>
    <dgm:cxn modelId="{9CBC8B0C-943E-4860-AF0C-C14DE19CA67A}" type="presParOf" srcId="{71E12211-D9B2-4891-AF9D-C4542A9407AD}" destId="{2495C2D7-15AA-4109-BD46-67551FB0936F}" srcOrd="0" destOrd="0" presId="urn:microsoft.com/office/officeart/2005/8/layout/orgChart1"/>
    <dgm:cxn modelId="{4FAAC10A-4E5C-4A70-AB6A-721A215A018C}" type="presParOf" srcId="{2495C2D7-15AA-4109-BD46-67551FB0936F}" destId="{6341D907-D2BA-4ED2-A798-D80859344299}" srcOrd="0" destOrd="0" presId="urn:microsoft.com/office/officeart/2005/8/layout/orgChart1"/>
    <dgm:cxn modelId="{7F7285EF-2446-4664-92A2-AC8C432CD022}" type="presParOf" srcId="{2495C2D7-15AA-4109-BD46-67551FB0936F}" destId="{70DA9CFC-0A1D-4103-9DDB-CCE1368EE616}" srcOrd="1" destOrd="0" presId="urn:microsoft.com/office/officeart/2005/8/layout/orgChart1"/>
    <dgm:cxn modelId="{BDEFBB3C-EA72-4602-91B7-C531ECB3E8AC}" type="presParOf" srcId="{71E12211-D9B2-4891-AF9D-C4542A9407AD}" destId="{1665479C-A50F-440C-824F-7056046276AB}" srcOrd="1" destOrd="0" presId="urn:microsoft.com/office/officeart/2005/8/layout/orgChart1"/>
    <dgm:cxn modelId="{CD4E57D8-A7C1-4B48-9DA5-ADEDA88BB4B6}" type="presParOf" srcId="{71E12211-D9B2-4891-AF9D-C4542A9407AD}" destId="{7E0A1FE6-2E06-4430-899A-D091A1813804}" srcOrd="2" destOrd="0" presId="urn:microsoft.com/office/officeart/2005/8/layout/orgChart1"/>
    <dgm:cxn modelId="{4BE8F389-042B-4332-AB2C-729DB9828890}" type="presParOf" srcId="{C70B1C6F-4466-4FD7-BD10-F1FB3484CA35}" destId="{757D8701-B830-44C0-8155-1F5F47766186}" srcOrd="2" destOrd="0" presId="urn:microsoft.com/office/officeart/2005/8/layout/orgChart1"/>
    <dgm:cxn modelId="{6847FBB5-38B4-444A-A31E-A0F2B0F447FF}" type="presParOf" srcId="{EA55A1D5-8B33-4A99-BA2A-6906B63BF55E}" destId="{B1E51305-030D-4D29-A69F-D28D9415DA42}" srcOrd="2" destOrd="0" presId="urn:microsoft.com/office/officeart/2005/8/layout/orgChart1"/>
    <dgm:cxn modelId="{951AA5DA-D4FE-4AA1-848E-4318CBCA1696}" type="presParOf" srcId="{EA55A1D5-8B33-4A99-BA2A-6906B63BF55E}" destId="{26995D67-8BC6-4E4A-9CE9-BBF6F249C128}" srcOrd="3" destOrd="0" presId="urn:microsoft.com/office/officeart/2005/8/layout/orgChart1"/>
    <dgm:cxn modelId="{6AD5D46C-1C75-477A-B8FA-0D07C78F7759}" type="presParOf" srcId="{26995D67-8BC6-4E4A-9CE9-BBF6F249C128}" destId="{7FDFAC79-BBE5-435F-8BA3-E3088698B229}" srcOrd="0" destOrd="0" presId="urn:microsoft.com/office/officeart/2005/8/layout/orgChart1"/>
    <dgm:cxn modelId="{19921999-C7C7-4D0D-9B83-B1E94C3598CB}" type="presParOf" srcId="{7FDFAC79-BBE5-435F-8BA3-E3088698B229}" destId="{775C4CA3-06E0-4D14-B1F1-AD4FE6470218}" srcOrd="0" destOrd="0" presId="urn:microsoft.com/office/officeart/2005/8/layout/orgChart1"/>
    <dgm:cxn modelId="{C1DEA8D7-700D-4971-9C8E-C4D3ECFE16A0}" type="presParOf" srcId="{7FDFAC79-BBE5-435F-8BA3-E3088698B229}" destId="{5AE5CD02-736E-4F14-974C-D66B2E90A7F1}" srcOrd="1" destOrd="0" presId="urn:microsoft.com/office/officeart/2005/8/layout/orgChart1"/>
    <dgm:cxn modelId="{DB596DAB-25F2-4AFD-B160-433700F104B9}" type="presParOf" srcId="{26995D67-8BC6-4E4A-9CE9-BBF6F249C128}" destId="{BD99B56B-3485-4A46-A940-2F49FBC27ABC}" srcOrd="1" destOrd="0" presId="urn:microsoft.com/office/officeart/2005/8/layout/orgChart1"/>
    <dgm:cxn modelId="{0222DCD5-ABE0-4B10-B777-BE30EA1AB2DF}" type="presParOf" srcId="{BD99B56B-3485-4A46-A940-2F49FBC27ABC}" destId="{DA93F204-1AA5-4531-A8A4-6B5F6131F682}" srcOrd="0" destOrd="0" presId="urn:microsoft.com/office/officeart/2005/8/layout/orgChart1"/>
    <dgm:cxn modelId="{21AAA4AA-BAF5-46E0-B402-057FF971538D}" type="presParOf" srcId="{BD99B56B-3485-4A46-A940-2F49FBC27ABC}" destId="{6E6B954B-340B-4255-A217-41BFA83F135A}" srcOrd="1" destOrd="0" presId="urn:microsoft.com/office/officeart/2005/8/layout/orgChart1"/>
    <dgm:cxn modelId="{2C025A17-3A82-4707-8B96-6BFF6FA7D053}" type="presParOf" srcId="{6E6B954B-340B-4255-A217-41BFA83F135A}" destId="{4DBEEBC1-FAC2-4F15-935F-341316E923E6}" srcOrd="0" destOrd="0" presId="urn:microsoft.com/office/officeart/2005/8/layout/orgChart1"/>
    <dgm:cxn modelId="{201EBC77-60B9-48C4-9B04-5EDD3AE1450E}" type="presParOf" srcId="{4DBEEBC1-FAC2-4F15-935F-341316E923E6}" destId="{DD7D7D43-2F1C-45BD-A8A9-2107C2BC4717}" srcOrd="0" destOrd="0" presId="urn:microsoft.com/office/officeart/2005/8/layout/orgChart1"/>
    <dgm:cxn modelId="{45BC2D3E-EC40-49F4-A452-1B7E4201DE34}" type="presParOf" srcId="{4DBEEBC1-FAC2-4F15-935F-341316E923E6}" destId="{013F9A9C-6607-4F81-A11F-089EF48A28DB}" srcOrd="1" destOrd="0" presId="urn:microsoft.com/office/officeart/2005/8/layout/orgChart1"/>
    <dgm:cxn modelId="{A2FF9866-C108-449F-AF11-FA2396EF9F25}" type="presParOf" srcId="{6E6B954B-340B-4255-A217-41BFA83F135A}" destId="{A9C50548-493B-48F6-BD7D-6F3C18E703AB}" srcOrd="1" destOrd="0" presId="urn:microsoft.com/office/officeart/2005/8/layout/orgChart1"/>
    <dgm:cxn modelId="{B5264186-F910-4EC6-A0FB-F0339D7C480D}" type="presParOf" srcId="{6E6B954B-340B-4255-A217-41BFA83F135A}" destId="{C37D69F2-1E8D-44D4-8B36-42C45ADDEA17}" srcOrd="2" destOrd="0" presId="urn:microsoft.com/office/officeart/2005/8/layout/orgChart1"/>
    <dgm:cxn modelId="{E3E41B93-E7C3-4F0A-994A-24FD4E489D33}" type="presParOf" srcId="{BD99B56B-3485-4A46-A940-2F49FBC27ABC}" destId="{5FC357CB-6463-4547-A03F-C4A7F9AE75AC}" srcOrd="2" destOrd="0" presId="urn:microsoft.com/office/officeart/2005/8/layout/orgChart1"/>
    <dgm:cxn modelId="{B93AD6DA-C699-40C8-96FE-9B8B8835BBD9}" type="presParOf" srcId="{BD99B56B-3485-4A46-A940-2F49FBC27ABC}" destId="{ADB9962E-92EE-4C71-A858-54B458E03500}" srcOrd="3" destOrd="0" presId="urn:microsoft.com/office/officeart/2005/8/layout/orgChart1"/>
    <dgm:cxn modelId="{F8EF8CB2-3DB7-44C1-B565-B012C31561EB}" type="presParOf" srcId="{ADB9962E-92EE-4C71-A858-54B458E03500}" destId="{AC71C25B-C60A-4734-80B9-0CBA75780EB6}" srcOrd="0" destOrd="0" presId="urn:microsoft.com/office/officeart/2005/8/layout/orgChart1"/>
    <dgm:cxn modelId="{2696954C-3ECC-4969-AB80-8A0C1164E6B2}" type="presParOf" srcId="{AC71C25B-C60A-4734-80B9-0CBA75780EB6}" destId="{F5D296E6-BE12-4EEF-8DC9-A415D1F731BC}" srcOrd="0" destOrd="0" presId="urn:microsoft.com/office/officeart/2005/8/layout/orgChart1"/>
    <dgm:cxn modelId="{4017F646-94F6-49DF-B7B1-80D580A58338}" type="presParOf" srcId="{AC71C25B-C60A-4734-80B9-0CBA75780EB6}" destId="{5221F7EE-590E-496A-83F1-CF35470DEC97}" srcOrd="1" destOrd="0" presId="urn:microsoft.com/office/officeart/2005/8/layout/orgChart1"/>
    <dgm:cxn modelId="{8F0ACFC6-FD28-4698-A88B-9D84BE31B788}" type="presParOf" srcId="{ADB9962E-92EE-4C71-A858-54B458E03500}" destId="{4F16DDE1-75D8-4CB4-97CB-FD4122931611}" srcOrd="1" destOrd="0" presId="urn:microsoft.com/office/officeart/2005/8/layout/orgChart1"/>
    <dgm:cxn modelId="{440B7032-802D-4350-8BF8-83426EE4B99A}" type="presParOf" srcId="{ADB9962E-92EE-4C71-A858-54B458E03500}" destId="{F2AD21EF-DAC3-4F16-8BA4-92C079117EAA}" srcOrd="2" destOrd="0" presId="urn:microsoft.com/office/officeart/2005/8/layout/orgChart1"/>
    <dgm:cxn modelId="{5D948863-8325-4E41-8EE7-DD11220B0982}" type="presParOf" srcId="{BD99B56B-3485-4A46-A940-2F49FBC27ABC}" destId="{F5FFDBD7-66A4-4EEC-A651-A4E283692F7D}" srcOrd="4" destOrd="0" presId="urn:microsoft.com/office/officeart/2005/8/layout/orgChart1"/>
    <dgm:cxn modelId="{4A8202B3-2794-48EA-846C-F534CDDC540F}" type="presParOf" srcId="{BD99B56B-3485-4A46-A940-2F49FBC27ABC}" destId="{F1F6B6F9-C739-4FB0-9134-711977111E2A}" srcOrd="5" destOrd="0" presId="urn:microsoft.com/office/officeart/2005/8/layout/orgChart1"/>
    <dgm:cxn modelId="{2DD50C0E-6BA5-4FAD-9940-1B73BE230C78}" type="presParOf" srcId="{F1F6B6F9-C739-4FB0-9134-711977111E2A}" destId="{96A8B829-2E79-4147-9368-5C2546F1CE5E}" srcOrd="0" destOrd="0" presId="urn:microsoft.com/office/officeart/2005/8/layout/orgChart1"/>
    <dgm:cxn modelId="{91B4673C-580E-406B-A8C3-0A7C964DD1B5}" type="presParOf" srcId="{96A8B829-2E79-4147-9368-5C2546F1CE5E}" destId="{FDC93475-C2B3-4119-8BB0-999BA04DC87F}" srcOrd="0" destOrd="0" presId="urn:microsoft.com/office/officeart/2005/8/layout/orgChart1"/>
    <dgm:cxn modelId="{90C39A53-339F-47E3-9256-CF9570871617}" type="presParOf" srcId="{96A8B829-2E79-4147-9368-5C2546F1CE5E}" destId="{979B4DF0-505F-4ED7-B89F-16AD82605D41}" srcOrd="1" destOrd="0" presId="urn:microsoft.com/office/officeart/2005/8/layout/orgChart1"/>
    <dgm:cxn modelId="{5FC3C75B-3CBD-4F21-8D43-A164009EBAB2}" type="presParOf" srcId="{F1F6B6F9-C739-4FB0-9134-711977111E2A}" destId="{A943C99F-B92B-4873-B079-1B370DD7FE6E}" srcOrd="1" destOrd="0" presId="urn:microsoft.com/office/officeart/2005/8/layout/orgChart1"/>
    <dgm:cxn modelId="{8C3E6252-C023-46A5-B5B0-0CC25AAAE36B}" type="presParOf" srcId="{F1F6B6F9-C739-4FB0-9134-711977111E2A}" destId="{C1AC6104-349E-4CF1-8B2D-E8F897F40A36}" srcOrd="2" destOrd="0" presId="urn:microsoft.com/office/officeart/2005/8/layout/orgChart1"/>
    <dgm:cxn modelId="{4F3C032C-7E4B-4A7D-B058-BE391584619F}" type="presParOf" srcId="{26995D67-8BC6-4E4A-9CE9-BBF6F249C128}" destId="{8D191121-7BB4-40FB-A9AB-3D787435DE69}" srcOrd="2" destOrd="0" presId="urn:microsoft.com/office/officeart/2005/8/layout/orgChart1"/>
    <dgm:cxn modelId="{93156D60-7C81-4319-A59F-DF6C7DF6BA8F}" type="presParOf" srcId="{EA55A1D5-8B33-4A99-BA2A-6906B63BF55E}" destId="{BB0AEA92-07B5-4FBA-A33F-5CDCB4162A05}" srcOrd="4" destOrd="0" presId="urn:microsoft.com/office/officeart/2005/8/layout/orgChart1"/>
    <dgm:cxn modelId="{2743A8B6-84CB-4C5D-BFAC-B00112956FFC}" type="presParOf" srcId="{EA55A1D5-8B33-4A99-BA2A-6906B63BF55E}" destId="{CD45308D-ED26-4FAA-B387-FAB1F539EE12}" srcOrd="5" destOrd="0" presId="urn:microsoft.com/office/officeart/2005/8/layout/orgChart1"/>
    <dgm:cxn modelId="{063B7656-8792-4C11-87C0-F154F516DC7C}" type="presParOf" srcId="{CD45308D-ED26-4FAA-B387-FAB1F539EE12}" destId="{93D63583-4ACA-4DAD-9FA9-E3965975A455}" srcOrd="0" destOrd="0" presId="urn:microsoft.com/office/officeart/2005/8/layout/orgChart1"/>
    <dgm:cxn modelId="{3C6387B0-FA78-47C4-93C0-87DCCD75D4A0}" type="presParOf" srcId="{93D63583-4ACA-4DAD-9FA9-E3965975A455}" destId="{BC402D7F-00D9-48AB-82BB-D165FC1F2950}" srcOrd="0" destOrd="0" presId="urn:microsoft.com/office/officeart/2005/8/layout/orgChart1"/>
    <dgm:cxn modelId="{B5B301E4-1385-4DD9-B35D-4EC689B3F65F}" type="presParOf" srcId="{93D63583-4ACA-4DAD-9FA9-E3965975A455}" destId="{5477A804-3D48-418A-B27F-BF00A175B285}" srcOrd="1" destOrd="0" presId="urn:microsoft.com/office/officeart/2005/8/layout/orgChart1"/>
    <dgm:cxn modelId="{F7832F0D-711D-4FE7-B07A-6582A97D43F0}" type="presParOf" srcId="{CD45308D-ED26-4FAA-B387-FAB1F539EE12}" destId="{352CA6CB-F6E9-40C3-9A05-C2CD5D2DF38C}" srcOrd="1" destOrd="0" presId="urn:microsoft.com/office/officeart/2005/8/layout/orgChart1"/>
    <dgm:cxn modelId="{32DF8D55-BF0A-4A5B-AE4A-F8C1EE33E0A2}" type="presParOf" srcId="{352CA6CB-F6E9-40C3-9A05-C2CD5D2DF38C}" destId="{2FB3A1AA-1BB5-44AA-8DB3-EB7E1E38C796}" srcOrd="0" destOrd="0" presId="urn:microsoft.com/office/officeart/2005/8/layout/orgChart1"/>
    <dgm:cxn modelId="{31CFF53E-4E2D-4FFB-9033-E7A8CC49692D}" type="presParOf" srcId="{352CA6CB-F6E9-40C3-9A05-C2CD5D2DF38C}" destId="{E4555529-3289-4956-8365-2E4942D83329}" srcOrd="1" destOrd="0" presId="urn:microsoft.com/office/officeart/2005/8/layout/orgChart1"/>
    <dgm:cxn modelId="{9CD2A50A-769E-4362-8AA6-CA293166A61E}" type="presParOf" srcId="{E4555529-3289-4956-8365-2E4942D83329}" destId="{F99528EA-085E-4598-BA59-55F9B66AB23B}" srcOrd="0" destOrd="0" presId="urn:microsoft.com/office/officeart/2005/8/layout/orgChart1"/>
    <dgm:cxn modelId="{C6547229-F910-4CF9-8FD3-A9461DECF203}" type="presParOf" srcId="{F99528EA-085E-4598-BA59-55F9B66AB23B}" destId="{AC4A10FB-119A-4477-AD22-56C20E1506BC}" srcOrd="0" destOrd="0" presId="urn:microsoft.com/office/officeart/2005/8/layout/orgChart1"/>
    <dgm:cxn modelId="{5F5DB40D-DCC9-4C74-9701-DCDDD89A7A22}" type="presParOf" srcId="{F99528EA-085E-4598-BA59-55F9B66AB23B}" destId="{4F4605CC-F251-4D97-8E29-F74EBA9F8573}" srcOrd="1" destOrd="0" presId="urn:microsoft.com/office/officeart/2005/8/layout/orgChart1"/>
    <dgm:cxn modelId="{31425A14-BB19-4EF9-88A6-8F061652F5C0}" type="presParOf" srcId="{E4555529-3289-4956-8365-2E4942D83329}" destId="{1254E835-068A-41E1-AF12-467A4EA56184}" srcOrd="1" destOrd="0" presId="urn:microsoft.com/office/officeart/2005/8/layout/orgChart1"/>
    <dgm:cxn modelId="{9403B722-2017-45D2-9295-6E8D9993A32A}" type="presParOf" srcId="{E4555529-3289-4956-8365-2E4942D83329}" destId="{7482777F-C069-4B42-B2B9-612E3A325746}" srcOrd="2" destOrd="0" presId="urn:microsoft.com/office/officeart/2005/8/layout/orgChart1"/>
    <dgm:cxn modelId="{A5E5597F-2373-403C-90A4-DB52826D8C3B}" type="presParOf" srcId="{352CA6CB-F6E9-40C3-9A05-C2CD5D2DF38C}" destId="{D21C8360-0D85-435B-BBB3-F775AF18E37A}" srcOrd="2" destOrd="0" presId="urn:microsoft.com/office/officeart/2005/8/layout/orgChart1"/>
    <dgm:cxn modelId="{A604EBBD-8962-412B-BA60-C76C1144BD74}" type="presParOf" srcId="{352CA6CB-F6E9-40C3-9A05-C2CD5D2DF38C}" destId="{510F4E83-581A-4C47-A257-83C89E44BB31}" srcOrd="3" destOrd="0" presId="urn:microsoft.com/office/officeart/2005/8/layout/orgChart1"/>
    <dgm:cxn modelId="{F77533B1-3548-4AB9-B3A7-48870B97254E}" type="presParOf" srcId="{510F4E83-581A-4C47-A257-83C89E44BB31}" destId="{9FD8CCB2-8A03-455A-9216-BC6DB0F1B8DC}" srcOrd="0" destOrd="0" presId="urn:microsoft.com/office/officeart/2005/8/layout/orgChart1"/>
    <dgm:cxn modelId="{EF3C204B-E92E-4FA8-8A48-A9C86A550321}" type="presParOf" srcId="{9FD8CCB2-8A03-455A-9216-BC6DB0F1B8DC}" destId="{0DA08090-5684-4BE3-91C9-227933F5E34B}" srcOrd="0" destOrd="0" presId="urn:microsoft.com/office/officeart/2005/8/layout/orgChart1"/>
    <dgm:cxn modelId="{A825127B-8FF2-41C2-AF3C-E56A889D5B4E}" type="presParOf" srcId="{9FD8CCB2-8A03-455A-9216-BC6DB0F1B8DC}" destId="{FB55D3C2-C647-468B-9C88-5D0F44CD927F}" srcOrd="1" destOrd="0" presId="urn:microsoft.com/office/officeart/2005/8/layout/orgChart1"/>
    <dgm:cxn modelId="{D6FA35B8-CF23-4590-95CF-42FCD0F706E5}" type="presParOf" srcId="{510F4E83-581A-4C47-A257-83C89E44BB31}" destId="{AF54485B-2D9A-4EC9-B2C2-F72BC12CAA9F}" srcOrd="1" destOrd="0" presId="urn:microsoft.com/office/officeart/2005/8/layout/orgChart1"/>
    <dgm:cxn modelId="{93B98909-1EC7-4ACB-B6F6-91474C8DDB69}" type="presParOf" srcId="{510F4E83-581A-4C47-A257-83C89E44BB31}" destId="{367EEC70-7E71-43D9-AD4D-18A66B92C5C0}" srcOrd="2" destOrd="0" presId="urn:microsoft.com/office/officeart/2005/8/layout/orgChart1"/>
    <dgm:cxn modelId="{794CD337-CC47-4A80-B197-06FC96F05EED}" type="presParOf" srcId="{CD45308D-ED26-4FAA-B387-FAB1F539EE12}" destId="{3F144736-DDCB-436F-AA87-9D5F446F964C}" srcOrd="2" destOrd="0" presId="urn:microsoft.com/office/officeart/2005/8/layout/orgChart1"/>
    <dgm:cxn modelId="{473CC53A-5BDC-43C2-8CF0-C8AEA95B44F3}" type="presParOf" srcId="{EA55A1D5-8B33-4A99-BA2A-6906B63BF55E}" destId="{9A825921-D8C3-4750-B623-1C35A92515DC}" srcOrd="6" destOrd="0" presId="urn:microsoft.com/office/officeart/2005/8/layout/orgChart1"/>
    <dgm:cxn modelId="{A8574062-CFD6-4948-9BE2-39817B66DA3B}" type="presParOf" srcId="{EA55A1D5-8B33-4A99-BA2A-6906B63BF55E}" destId="{5F442892-16B7-48DA-B622-5BA30C6EB502}" srcOrd="7" destOrd="0" presId="urn:microsoft.com/office/officeart/2005/8/layout/orgChart1"/>
    <dgm:cxn modelId="{4CEFDE03-BC44-43E0-BBBD-F2C64CF19EED}" type="presParOf" srcId="{5F442892-16B7-48DA-B622-5BA30C6EB502}" destId="{D29AA202-A0B5-4DDD-8887-293D19E17290}" srcOrd="0" destOrd="0" presId="urn:microsoft.com/office/officeart/2005/8/layout/orgChart1"/>
    <dgm:cxn modelId="{EB9DC096-3F08-44CC-9097-DB5A70E49166}" type="presParOf" srcId="{D29AA202-A0B5-4DDD-8887-293D19E17290}" destId="{CD7D6C0B-A79B-48D8-B5E6-8B3990BDD7EC}" srcOrd="0" destOrd="0" presId="urn:microsoft.com/office/officeart/2005/8/layout/orgChart1"/>
    <dgm:cxn modelId="{E28FAB48-D2F2-40AB-B552-B9BEAF59CB15}" type="presParOf" srcId="{D29AA202-A0B5-4DDD-8887-293D19E17290}" destId="{D4661A98-8F6F-40EB-B712-8B660202740A}" srcOrd="1" destOrd="0" presId="urn:microsoft.com/office/officeart/2005/8/layout/orgChart1"/>
    <dgm:cxn modelId="{E2DCAE19-7301-46CA-91F1-AE774D4A8F9F}" type="presParOf" srcId="{5F442892-16B7-48DA-B622-5BA30C6EB502}" destId="{CCF38255-5242-4DB5-931E-27181DC3B2A5}" srcOrd="1" destOrd="0" presId="urn:microsoft.com/office/officeart/2005/8/layout/orgChart1"/>
    <dgm:cxn modelId="{4E63E268-630A-44F4-96AB-C8CD2E365527}" type="presParOf" srcId="{CCF38255-5242-4DB5-931E-27181DC3B2A5}" destId="{52F24689-8CDB-4EA6-B303-F93B52C0EA64}" srcOrd="0" destOrd="0" presId="urn:microsoft.com/office/officeart/2005/8/layout/orgChart1"/>
    <dgm:cxn modelId="{9082A3D2-A4F4-4F85-B557-621195917130}" type="presParOf" srcId="{CCF38255-5242-4DB5-931E-27181DC3B2A5}" destId="{1595BD43-CEC6-4A55-B373-B8CB81794C68}" srcOrd="1" destOrd="0" presId="urn:microsoft.com/office/officeart/2005/8/layout/orgChart1"/>
    <dgm:cxn modelId="{48720E6D-BC96-4B37-87E1-765496898C48}" type="presParOf" srcId="{1595BD43-CEC6-4A55-B373-B8CB81794C68}" destId="{EB0E3801-5C77-46BA-9DA5-154AD043E162}" srcOrd="0" destOrd="0" presId="urn:microsoft.com/office/officeart/2005/8/layout/orgChart1"/>
    <dgm:cxn modelId="{8A8FAE8A-207B-4228-9750-A9F330A3594E}" type="presParOf" srcId="{EB0E3801-5C77-46BA-9DA5-154AD043E162}" destId="{BDEB77BA-0ADB-498E-8012-C4442B9A25CD}" srcOrd="0" destOrd="0" presId="urn:microsoft.com/office/officeart/2005/8/layout/orgChart1"/>
    <dgm:cxn modelId="{36A875AF-5B03-424E-9D06-C40D724E9435}" type="presParOf" srcId="{EB0E3801-5C77-46BA-9DA5-154AD043E162}" destId="{390A67FB-EAED-410F-9E2D-3CB10FF18733}" srcOrd="1" destOrd="0" presId="urn:microsoft.com/office/officeart/2005/8/layout/orgChart1"/>
    <dgm:cxn modelId="{9EABFC65-9F37-465B-95EA-1F6F4AA7B72E}" type="presParOf" srcId="{1595BD43-CEC6-4A55-B373-B8CB81794C68}" destId="{A6925C63-585C-4875-B87C-92C3FEF7A5D2}" srcOrd="1" destOrd="0" presId="urn:microsoft.com/office/officeart/2005/8/layout/orgChart1"/>
    <dgm:cxn modelId="{47879D98-1289-4DFF-ABA4-FC53877D8645}" type="presParOf" srcId="{1595BD43-CEC6-4A55-B373-B8CB81794C68}" destId="{9085395C-55CB-4F9B-A72D-174B422A42B4}" srcOrd="2" destOrd="0" presId="urn:microsoft.com/office/officeart/2005/8/layout/orgChart1"/>
    <dgm:cxn modelId="{AEF9BC21-030B-488C-8148-DF63ECE26CDB}" type="presParOf" srcId="{CCF38255-5242-4DB5-931E-27181DC3B2A5}" destId="{028B344E-054D-4F14-AB88-670B23EBEF90}" srcOrd="2" destOrd="0" presId="urn:microsoft.com/office/officeart/2005/8/layout/orgChart1"/>
    <dgm:cxn modelId="{36C3F660-DF86-4290-9930-399C46BD5386}" type="presParOf" srcId="{CCF38255-5242-4DB5-931E-27181DC3B2A5}" destId="{5B6E1543-56ED-44F5-AFCA-A016CCC60006}" srcOrd="3" destOrd="0" presId="urn:microsoft.com/office/officeart/2005/8/layout/orgChart1"/>
    <dgm:cxn modelId="{BA6019F6-59F8-447E-B1C8-9783DF7A416D}" type="presParOf" srcId="{5B6E1543-56ED-44F5-AFCA-A016CCC60006}" destId="{A8CB54B1-F75F-4CE6-B988-0D9F9574BF03}" srcOrd="0" destOrd="0" presId="urn:microsoft.com/office/officeart/2005/8/layout/orgChart1"/>
    <dgm:cxn modelId="{1487228C-65C1-4526-B76C-44E1CABFEC1C}" type="presParOf" srcId="{A8CB54B1-F75F-4CE6-B988-0D9F9574BF03}" destId="{55184122-A114-417B-A26A-831C6B6F592F}" srcOrd="0" destOrd="0" presId="urn:microsoft.com/office/officeart/2005/8/layout/orgChart1"/>
    <dgm:cxn modelId="{C11148F8-F6C0-460C-8559-F65FECA07ACB}" type="presParOf" srcId="{A8CB54B1-F75F-4CE6-B988-0D9F9574BF03}" destId="{4A4EA068-0CA0-4A83-9730-AA0083DE6572}" srcOrd="1" destOrd="0" presId="urn:microsoft.com/office/officeart/2005/8/layout/orgChart1"/>
    <dgm:cxn modelId="{9BA68E92-343B-4514-AAC9-476020CCCFAE}" type="presParOf" srcId="{5B6E1543-56ED-44F5-AFCA-A016CCC60006}" destId="{15CC2464-1835-419A-8CEA-55AAEE9B587A}" srcOrd="1" destOrd="0" presId="urn:microsoft.com/office/officeart/2005/8/layout/orgChart1"/>
    <dgm:cxn modelId="{2A75BF57-9F07-4F26-8B87-6975F890DF81}" type="presParOf" srcId="{5B6E1543-56ED-44F5-AFCA-A016CCC60006}" destId="{7136FE4A-A004-4B37-943E-031A5D259873}" srcOrd="2" destOrd="0" presId="urn:microsoft.com/office/officeart/2005/8/layout/orgChart1"/>
    <dgm:cxn modelId="{17585CFC-40F3-4A85-8FC1-E52BF10F57E2}" type="presParOf" srcId="{5F442892-16B7-48DA-B622-5BA30C6EB502}" destId="{3E9F0667-0015-438A-8424-37495F98BDD0}" srcOrd="2" destOrd="0" presId="urn:microsoft.com/office/officeart/2005/8/layout/orgChart1"/>
    <dgm:cxn modelId="{6B3DCFC1-1238-4821-980D-10DD9601E574}" type="presParOf" srcId="{4DD7F656-C555-4E59-8C53-BBDCD06B6655}" destId="{3EEC3781-E342-4EBF-B933-4CE140DFD471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xmlns="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0039" y="3900488"/>
            <a:ext cx="325755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600" b="1" spc="-1" dirty="0" smtClean="0">
                <a:solidFill>
                  <a:srgbClr val="000000"/>
                </a:solidFill>
                <a:latin typeface="Times New Roman" pitchFamily="18" charset="0"/>
                <a:ea typeface="MS PGothic"/>
                <a:cs typeface="Times New Roman" pitchFamily="18" charset="0"/>
              </a:rPr>
              <a:t>Submitted By:</a:t>
            </a:r>
            <a:endParaRPr lang="en-US" sz="1600" b="1" spc="-1" dirty="0" smtClean="0">
              <a:solidFill>
                <a:srgbClr val="000000"/>
              </a:solidFill>
              <a:latin typeface="Times New Roman" pitchFamily="18" charset="0"/>
              <a:ea typeface="MS PGothic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fi-FI" sz="1600" b="1" dirty="0" smtClean="0">
                <a:latin typeface="Times New Roman" pitchFamily="18" charset="0"/>
                <a:cs typeface="Times New Roman" pitchFamily="18" charset="0"/>
              </a:rPr>
              <a:t>Anushka</a:t>
            </a:r>
            <a:r>
              <a:rPr lang="fi-FI" sz="1600" dirty="0" smtClean="0">
                <a:latin typeface="Times New Roman" pitchFamily="18" charset="0"/>
                <a:cs typeface="Times New Roman" pitchFamily="18" charset="0"/>
              </a:rPr>
              <a:t>(2210991322)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 dirty="0" smtClean="0">
                <a:latin typeface="Times New Roman" pitchFamily="18" charset="0"/>
                <a:cs typeface="Times New Roman" pitchFamily="18" charset="0"/>
              </a:rPr>
              <a:t>Drishti Bhardwaj </a:t>
            </a:r>
            <a:r>
              <a:rPr lang="it-IT" sz="1600" dirty="0" smtClean="0">
                <a:latin typeface="Times New Roman" pitchFamily="18" charset="0"/>
                <a:cs typeface="Times New Roman" pitchFamily="18" charset="0"/>
              </a:rPr>
              <a:t>(2210990306) </a:t>
            </a:r>
          </a:p>
          <a:p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Vriti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Jaitley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(2210994862) </a:t>
            </a:r>
          </a:p>
          <a:p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Geetanshu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Mantro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(2210990324) </a:t>
            </a:r>
            <a:endParaRPr lang="en-US" sz="1600" spc="-1" dirty="0" smtClean="0">
              <a:solidFill>
                <a:srgbClr val="000000"/>
              </a:solidFill>
              <a:latin typeface="Times New Roman" pitchFamily="18" charset="0"/>
              <a:ea typeface="MS PGothic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57901" y="4414854"/>
            <a:ext cx="2614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600" b="1" spc="-1" dirty="0" smtClean="0">
                <a:solidFill>
                  <a:srgbClr val="000000"/>
                </a:solidFill>
                <a:latin typeface="Times New Roman" pitchFamily="18" charset="0"/>
                <a:ea typeface="MS PGothic"/>
                <a:cs typeface="Times New Roman" pitchFamily="18" charset="0"/>
              </a:rPr>
              <a:t>Supervised By</a:t>
            </a:r>
            <a:r>
              <a:rPr lang="en-US" sz="1600" spc="-1" dirty="0" smtClean="0">
                <a:solidFill>
                  <a:srgbClr val="000000"/>
                </a:solidFill>
                <a:latin typeface="Times New Roman" pitchFamily="18" charset="0"/>
                <a:ea typeface="MS PGothic"/>
                <a:cs typeface="Times New Roman" pitchFamily="18" charset="0"/>
              </a:rPr>
              <a:t>:</a:t>
            </a: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Shikha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 err="1" smtClean="0">
                <a:latin typeface="Times New Roman" pitchFamily="18" charset="0"/>
                <a:cs typeface="Times New Roman" pitchFamily="18" charset="0"/>
              </a:rPr>
              <a:t>Tuteja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1600" dirty="0" smtClean="0">
                <a:latin typeface="Times New Roman" pitchFamily="18" charset="0"/>
                <a:cs typeface="Times New Roman" pitchFamily="18" charset="0"/>
              </a:rPr>
              <a:t>Associate </a:t>
            </a:r>
            <a:r>
              <a:rPr lang="it-IT" sz="1600" dirty="0" smtClean="0">
                <a:latin typeface="Times New Roman" pitchFamily="18" charset="0"/>
                <a:cs typeface="Times New Roman" pitchFamily="18" charset="0"/>
              </a:rPr>
              <a:t>Professor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564" y="5772150"/>
            <a:ext cx="7258050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</a:t>
            </a: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Punjab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5738" y="1028700"/>
            <a:ext cx="8758237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Experience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000" spc="-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000" spc="-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3600" dirty="0" smtClean="0"/>
              <a:t>DIGITAL FORENSICS IN </a:t>
            </a:r>
            <a:r>
              <a:rPr lang="en-IN" sz="3600" dirty="0" smtClean="0"/>
              <a:t>CYBERSECURITY</a:t>
            </a:r>
            <a:endParaRPr lang="en-IN" sz="36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3344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Digital Forensics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00025" y="1109742"/>
            <a:ext cx="8458200" cy="360513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forensics is a critical branch of cybersecurity focused on investigating cyber incidents.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involves identifying, preserving, analyzing, and presenting digital evidence.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cyber threats have made forensic investigations essential for organizations.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evidence supports both cybersecurity operations and legal proceedings.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881066" y="5100639"/>
          <a:ext cx="7277102" cy="731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D41698-88EF-FD30-4F73-EC239DBB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5FAC2823-8CDF-BCE2-BDA5-8A13F6BEF671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32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32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Study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36673D9B-487B-02FE-5FF8-178664132B5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85EE0FC2-2074-4C69-61EC-7244A2FE30EF}"/>
              </a:ext>
            </a:extLst>
          </p:cNvPr>
          <p:cNvSpPr txBox="1"/>
          <p:nvPr/>
        </p:nvSpPr>
        <p:spPr>
          <a:xfrm>
            <a:off x="164008" y="1109742"/>
            <a:ext cx="5893892" cy="479099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digital transformation has increased dependence on interconnected systems.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Cyberattacks such as phishing, malware, ransomware, and data breaches are growing rapidly.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Organizations require effective mechanisms to investigate and prevent cybercrime.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 frameworks provide structured approaches for incident investigation.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5886451" y="1843088"/>
          <a:ext cx="3033712" cy="2646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57494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81F3ED-025D-5DB6-85B3-5B8DC037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49EB7CE8-6295-2C25-FD24-7931204F8720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Problem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9255CB3D-C713-C3C3-3E47-899954051AC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A275241E-803C-1C09-FF4A-51567F51342E}"/>
              </a:ext>
            </a:extLst>
          </p:cNvPr>
          <p:cNvSpPr txBox="1"/>
          <p:nvPr/>
        </p:nvSpPr>
        <p:spPr>
          <a:xfrm>
            <a:off x="206872" y="1109743"/>
            <a:ext cx="8622805" cy="376229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Investigators face massive volumes of digital evidence and system logs.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Encryption and anti-forensic techniques complicate investigations.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forensic analysis consumes significant time and resources.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and scalable solutions are necessary for modern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6433" y="3995741"/>
            <a:ext cx="5381626" cy="2167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129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9DA62B-13B1-280C-1439-30C953F7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1E530FC0-04B6-0AC8-5913-DAA15ED2B17D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Research </a:t>
            </a: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73DCF5E0-91D1-C897-C585-98E783BBE8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C14DC119-1B6A-2650-E40F-71FCFB30AC26}"/>
              </a:ext>
            </a:extLst>
          </p:cNvPr>
          <p:cNvSpPr txBox="1"/>
          <p:nvPr/>
        </p:nvSpPr>
        <p:spPr>
          <a:xfrm>
            <a:off x="164007" y="1109742"/>
            <a:ext cx="8494217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modern digital forensic investigation techniques.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network and disk forensic analysis in a controlled environment.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evaluate automation using Python and Scapy.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evidence analysis efficiency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data integrity.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006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90819C-197D-9380-990A-1AAFCC20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0EBE9C73-E608-6A6F-0B73-6A97C3A67C54}"/>
              </a:ext>
            </a:extLst>
          </p:cNvPr>
          <p:cNvSpPr txBox="1"/>
          <p:nvPr/>
        </p:nvSpPr>
        <p:spPr>
          <a:xfrm>
            <a:off x="-14288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Experimental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ABAA8490-2B0F-BB18-E008-0F0A64DE897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6E0602E2-309C-429D-46B1-884BADF1EA46}"/>
              </a:ext>
            </a:extLst>
          </p:cNvPr>
          <p:cNvSpPr txBox="1"/>
          <p:nvPr/>
        </p:nvSpPr>
        <p:spPr>
          <a:xfrm>
            <a:off x="164007" y="1109742"/>
            <a:ext cx="6636843" cy="377658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VMware Workstation used for creating an isolated virtual laboratory.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Kali Linux configured as the attacking and forensic analysis system.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 machine configured as the target environment.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Controlled setup ensured safe attack simulation and evidence collection.</a:t>
            </a:r>
          </a:p>
        </p:txBody>
      </p:sp>
      <p:pic>
        <p:nvPicPr>
          <p:cNvPr id="7" name="Picture 6" descr="https://imgs.search.brave.com/mU7sEgWmmlbDiaPsJFjjoenLU712Xv5YgvSIL4_Hkeo/rs:fit:860:0:0:0/g:ce/aHR0cHM6Ly93d3cu/b3JhY2xlLmNvbS9p/bWcvdGVjaC92aXJ0/dWFsYm94Y3ViZS5w/bmc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85639" y="3032413"/>
            <a:ext cx="1116448" cy="113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6" name="Picture 2" descr="Kali Linux's logo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70749" y="1314449"/>
            <a:ext cx="1438275" cy="1438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8106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40684C-B090-90B0-588D-26F58C8F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98FBB066-F701-0DB8-3195-A9194966CF11}"/>
              </a:ext>
            </a:extLst>
          </p:cNvPr>
          <p:cNvSpPr txBox="1"/>
          <p:nvPr/>
        </p:nvSpPr>
        <p:spPr>
          <a:xfrm>
            <a:off x="-1" y="0"/>
            <a:ext cx="6429375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Forensics Investigation Process </a:t>
            </a:r>
            <a:endParaRPr lang="en-US" sz="31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B5A11CEB-4B1F-545D-145B-808BEF1B95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AEBCF4EB-D6C4-7CF5-1CA4-38712AC3C4AF}"/>
              </a:ext>
            </a:extLst>
          </p:cNvPr>
          <p:cNvSpPr txBox="1"/>
          <p:nvPr/>
        </p:nvSpPr>
        <p:spPr>
          <a:xfrm>
            <a:off x="164009" y="1109742"/>
            <a:ext cx="6279654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collection of digital evidence from multiple sources.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Preservation of evidence using cryptographic hashing techniques.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Examination and analysis of captured data using forensic tools.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Reporting and documentation of findings for investigation review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6757122" y="1046595"/>
          <a:ext cx="1773382" cy="5154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81888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23ABC9-6FD0-E8EA-1CD7-0140CED1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D962879D-2DAC-0B1C-E1B5-B2D95B38EB35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Tools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78903570-31DD-38D1-BB29-CA95FD45C2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3B40FA35-27F2-2ECA-E26B-9480640F11D7}"/>
              </a:ext>
            </a:extLst>
          </p:cNvPr>
          <p:cNvSpPr txBox="1"/>
          <p:nvPr/>
        </p:nvSpPr>
        <p:spPr>
          <a:xfrm>
            <a:off x="164007" y="1109742"/>
            <a:ext cx="410795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– Network packet capture and traffic monitoring.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Autopsy – Disk forensics and artifact extraction platform.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&amp; Scapy – Automation and packet analysis scripting.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VMware Workstation – Secure virtualized testing environment.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4514855" y="1166815"/>
          <a:ext cx="4429124" cy="321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60458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F11D9E6-458B-8456-2A4E-3FF618BD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9C96173D-5DA6-6CB4-6AC5-B773B38E18A6}"/>
              </a:ext>
            </a:extLst>
          </p:cNvPr>
          <p:cNvSpPr txBox="1"/>
          <p:nvPr/>
        </p:nvSpPr>
        <p:spPr>
          <a:xfrm>
            <a:off x="0" y="0"/>
            <a:ext cx="630078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Network </a:t>
            </a:r>
            <a:r>
              <a:rPr lang="e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Forensics Implementation</a:t>
            </a:r>
            <a:endParaRPr lang="en-US" sz="31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97BFD209-DDC0-4FE5-7DBD-86982C852DC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51BD4CA3-88F0-1425-C4BD-20BF18B7F8DF}"/>
              </a:ext>
            </a:extLst>
          </p:cNvPr>
          <p:cNvSpPr txBox="1"/>
          <p:nvPr/>
        </p:nvSpPr>
        <p:spPr>
          <a:xfrm>
            <a:off x="164008" y="1109742"/>
            <a:ext cx="5608142" cy="417663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SYN scan executed to simulate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reconnaissance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captured suspicious TCP SYN packet traffic.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filtering used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tcp.flags.syn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 for targeted analysis.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Packet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systematic port scanning activity.</a:t>
            </a:r>
          </a:p>
        </p:txBody>
      </p:sp>
      <p:pic>
        <p:nvPicPr>
          <p:cNvPr id="6" name="Picture 5" descr="Wireshark Logo PNG Vector"/>
          <p:cNvPicPr/>
          <p:nvPr/>
        </p:nvPicPr>
        <p:blipFill>
          <a:blip r:embed="rId2"/>
          <a:srcRect t="28400" b="30000"/>
          <a:stretch>
            <a:fillRect/>
          </a:stretch>
        </p:blipFill>
        <p:spPr bwMode="auto">
          <a:xfrm>
            <a:off x="6141379" y="1087970"/>
            <a:ext cx="2788314" cy="1240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 r="34279"/>
          <a:stretch>
            <a:fillRect/>
          </a:stretch>
        </p:blipFill>
        <p:spPr>
          <a:xfrm>
            <a:off x="6300788" y="2597149"/>
            <a:ext cx="2500313" cy="2260601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 rotWithShape="1">
          <a:blip r:embed="rId4" cstate="print"/>
          <a:srcRect l="23446" t="64323" r="41266" b="10394"/>
          <a:stretch>
            <a:fillRect/>
          </a:stretch>
        </p:blipFill>
        <p:spPr bwMode="auto">
          <a:xfrm>
            <a:off x="5672138" y="5014914"/>
            <a:ext cx="3143249" cy="11287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xmlns="" val="184970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EFD9FB-72E7-39A0-48C4-A416CC3B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8B0AA34B-019B-A18F-D0FD-BB228CA80CA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Packet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D6875176-0C4C-CFD1-DC5C-AAB032D0455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B7F614C6-9265-FEB8-85A3-8F5D7F98B6F0}"/>
              </a:ext>
            </a:extLst>
          </p:cNvPr>
          <p:cNvSpPr txBox="1"/>
          <p:nvPr/>
        </p:nvSpPr>
        <p:spPr>
          <a:xfrm>
            <a:off x="164009" y="1109742"/>
            <a:ext cx="4307980" cy="446238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Captured packets were analyzed at the TCP protocol level.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SYN packets revealed connection initiation attempts.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 and destination ports identified active reconnaissance behavior.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Packet inspection enabled accurate threat identification.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695681" y="1198938"/>
            <a:ext cx="4238913" cy="28027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86308" y="4057647"/>
            <a:ext cx="3971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Fig </a:t>
            </a:r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Wireshark capture showing SYN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packets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7731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6C56EB-AB6F-F8A2-BC97-1CFD6CB4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AC810127-EDCC-99DA-40D4-BC80A3C741CE}"/>
              </a:ext>
            </a:extLst>
          </p:cNvPr>
          <p:cNvSpPr txBox="1"/>
          <p:nvPr/>
        </p:nvSpPr>
        <p:spPr>
          <a:xfrm>
            <a:off x="0" y="0"/>
            <a:ext cx="6515100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using Scapy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05EDA483-BEC1-322C-1F3C-9C84CA2DA5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380C334A-D1C8-10AC-CE21-C5F7C2073783}"/>
              </a:ext>
            </a:extLst>
          </p:cNvPr>
          <p:cNvSpPr txBox="1"/>
          <p:nvPr/>
        </p:nvSpPr>
        <p:spPr>
          <a:xfrm>
            <a:off x="164007" y="1109743"/>
            <a:ext cx="4665167" cy="369085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scripts automated analysis of PCAP capture files.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extracted SYN packets and destination ports.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scripts summarized packet statistics efficiently.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Automation reduced investigation time compared to manual analysis.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035982" y="1187144"/>
            <a:ext cx="3786909" cy="22548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0625" y="3500438"/>
            <a:ext cx="394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Fig </a:t>
            </a:r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Python script output showing 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7234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5631B9-440C-ECDC-44C1-EFBBEF56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496D31AD-224E-93AD-72F1-85D91B2545C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Forensics using Autopsy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386A15B3-1C11-E82B-D7AC-759536D62E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759F8AB0-2BCE-FC31-0CB4-0B2BCDB29861}"/>
              </a:ext>
            </a:extLst>
          </p:cNvPr>
          <p:cNvSpPr txBox="1"/>
          <p:nvPr/>
        </p:nvSpPr>
        <p:spPr>
          <a:xfrm>
            <a:off x="164008" y="1109742"/>
            <a:ext cx="5879605" cy="370514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Disk images from the Windows VM were analyzed using Autopsy.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Deleted files and hidden artifacts were successfully recovered.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File metadata and timestamps supported evidence reconstruction.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Organized evidence views improved forensic examination.</a:t>
            </a:r>
          </a:p>
        </p:txBody>
      </p:sp>
      <p:pic>
        <p:nvPicPr>
          <p:cNvPr id="6" name="Picture 5" descr="Autopsy Digital Forensics Logo PNG Vector"/>
          <p:cNvPicPr/>
          <p:nvPr/>
        </p:nvPicPr>
        <p:blipFill>
          <a:blip r:embed="rId2"/>
          <a:srcRect t="37200" b="36200"/>
          <a:stretch>
            <a:fillRect/>
          </a:stretch>
        </p:blipFill>
        <p:spPr bwMode="auto">
          <a:xfrm>
            <a:off x="6390839" y="1477464"/>
            <a:ext cx="2667433" cy="679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https://imgs.search.brave.com/mU7sEgWmmlbDiaPsJFjjoenLU712Xv5YgvSIL4_Hkeo/rs:fit:860:0:0:0/g:ce/aHR0cHM6Ly93d3cu/b3JhY2xlLmNvbS9p/bWcvdGVjaC92aXJ0/dWFsYm94Y3ViZS5w/bmc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2739" y="2489488"/>
            <a:ext cx="1458336" cy="142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02376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8CE48A-5A1C-FFBB-64BA-09710327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BD112B05-6183-16CE-6C09-447A448C8B13}"/>
              </a:ext>
            </a:extLst>
          </p:cNvPr>
          <p:cNvSpPr txBox="1"/>
          <p:nvPr/>
        </p:nvSpPr>
        <p:spPr>
          <a:xfrm>
            <a:off x="0" y="0"/>
            <a:ext cx="6515100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Artifact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Extration and user Activity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B36F06C8-69D0-3228-053A-33027F041F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8E962C5B-7D07-A6A9-D182-482224A791DC}"/>
              </a:ext>
            </a:extLst>
          </p:cNvPr>
          <p:cNvSpPr txBox="1"/>
          <p:nvPr/>
        </p:nvSpPr>
        <p:spPr>
          <a:xfrm>
            <a:off x="164008" y="1109742"/>
            <a:ext cx="8838720" cy="23621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Browser history, cookies, and downloads were extracted.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Shell Bags identified previously accessed folders and directories.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OS account details and login activity were reconstructed.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Suspicious encrypted files and keyword hits were identified.</a:t>
            </a:r>
          </a:p>
        </p:txBody>
      </p:sp>
      <p:pic>
        <p:nvPicPr>
          <p:cNvPr id="6" name="Picture 5" descr="C:\Users\HP\OneDrive\Pictures\Screenshots\Screenshot 2026-04-28 185950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5603" y="3178012"/>
            <a:ext cx="5061010" cy="3122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671681" y="6300886"/>
            <a:ext cx="394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Fig </a:t>
            </a:r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/>
                <a:ea typeface="Times New Roman"/>
              </a:rPr>
              <a:t>Messages- Status Update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3384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4B2CE6-05CF-2E51-7176-2FE121A2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A1E35CE7-68FE-75DC-0D07-6979B62A287C}"/>
              </a:ext>
            </a:extLst>
          </p:cNvPr>
          <p:cNvSpPr txBox="1"/>
          <p:nvPr/>
        </p:nvSpPr>
        <p:spPr>
          <a:xfrm>
            <a:off x="-1" y="0"/>
            <a:ext cx="6500813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Timeline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Source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3853B673-9959-9239-FC9B-B35B5D14AB0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F4CE4F15-1CF9-C708-4A5C-41508056BD3A}"/>
              </a:ext>
            </a:extLst>
          </p:cNvPr>
          <p:cNvSpPr txBox="1"/>
          <p:nvPr/>
        </p:nvSpPr>
        <p:spPr>
          <a:xfrm>
            <a:off x="164008" y="1109743"/>
            <a:ext cx="8838720" cy="244784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Timeline visualization established chronological activity patterns.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source summaries categorized files by type and usage.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Investigation history provided detailed evidence tracking.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analysis improved incident reconstruction.</a:t>
            </a:r>
          </a:p>
        </p:txBody>
      </p:sp>
      <p:pic>
        <p:nvPicPr>
          <p:cNvPr id="6" name="Picture 5" descr="C:\Users\HP\OneDrive\Pictures\Screenshots\Screenshot 2026-04-28 192321.png"/>
          <p:cNvPicPr/>
          <p:nvPr/>
        </p:nvPicPr>
        <p:blipFill>
          <a:blip r:embed="rId2"/>
          <a:srcRect l="29655" t="12332" r="4351" b="6667"/>
          <a:stretch>
            <a:fillRect/>
          </a:stretch>
        </p:blipFill>
        <p:spPr bwMode="auto">
          <a:xfrm>
            <a:off x="542925" y="3471859"/>
            <a:ext cx="362902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Users\HP\OneDrive\Pictures\Screenshots\Screenshot 2026-04-28 192534.png"/>
          <p:cNvPicPr/>
          <p:nvPr/>
        </p:nvPicPr>
        <p:blipFill>
          <a:blip r:embed="rId3"/>
          <a:srcRect t="24560" r="30035"/>
          <a:stretch>
            <a:fillRect/>
          </a:stretch>
        </p:blipFill>
        <p:spPr bwMode="auto">
          <a:xfrm>
            <a:off x="4904464" y="3443284"/>
            <a:ext cx="3710898" cy="238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57118" y="5957986"/>
            <a:ext cx="394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Fig </a:t>
            </a:r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/>
                <a:cs typeface="Times New Roman" pitchFamily="18" charset="0"/>
              </a:rPr>
              <a:t>Timeline Analysis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6243" y="5886548"/>
            <a:ext cx="394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Fig </a:t>
            </a:r>
            <a:r>
              <a:rPr lang="en-IN" sz="12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 smtClean="0">
                <a:latin typeface="Times New Roman"/>
                <a:cs typeface="Times New Roman" pitchFamily="18" charset="0"/>
              </a:rPr>
              <a:t>Data Source Summary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342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AFDC29-8473-58F3-F77E-B9CEBADC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8BFA088E-7BC8-C3CE-181D-9B2749C93B97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Major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D4EC74D4-6ED3-2D5B-D99F-92378671254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B4BDF88E-E430-4C7D-29AE-92AF3A06F5EA}"/>
              </a:ext>
            </a:extLst>
          </p:cNvPr>
          <p:cNvSpPr txBox="1"/>
          <p:nvPr/>
        </p:nvSpPr>
        <p:spPr>
          <a:xfrm>
            <a:off x="164008" y="1109743"/>
            <a:ext cx="8838720" cy="253357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scripts detected 1000 SYN packets targeting unique ports.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confirmed suspicious reconnaissance traffic.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Autopsy extracted over 4000 web history entries.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forensic workflows improved analysis accuracy.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9617" y="3580446"/>
            <a:ext cx="4758358" cy="284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15350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F48A5A-E8D7-2A38-44AB-30F6362A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91F026FA-5C70-06F8-0468-0F77183710BF}"/>
              </a:ext>
            </a:extLst>
          </p:cNvPr>
          <p:cNvSpPr txBox="1"/>
          <p:nvPr/>
        </p:nvSpPr>
        <p:spPr>
          <a:xfrm>
            <a:off x="-1" y="0"/>
            <a:ext cx="6486525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Benefits 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Automation in Forensics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02E8E3CD-099C-BF9E-3AA8-929A41FCCF0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4FAF2632-20A8-6B96-CF08-596162B244C2}"/>
              </a:ext>
            </a:extLst>
          </p:cNvPr>
          <p:cNvSpPr txBox="1"/>
          <p:nvPr/>
        </p:nvSpPr>
        <p:spPr>
          <a:xfrm>
            <a:off x="164008" y="1109743"/>
            <a:ext cx="8838720" cy="226210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processing of large-scale digital evidence.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dependency on manual investigation procedures.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consistency and accuracy of forensic analysis.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Enhanced scalability for enterprise-level investigations.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1985924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B046C1-795C-520F-C24A-756A7456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1EE7A5BD-2D8B-2409-4766-E7D7F53964F3}"/>
              </a:ext>
            </a:extLst>
          </p:cNvPr>
          <p:cNvSpPr txBox="1"/>
          <p:nvPr/>
        </p:nvSpPr>
        <p:spPr>
          <a:xfrm>
            <a:off x="0" y="0"/>
            <a:ext cx="54742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DE42770B-A739-1B29-E4DD-2F9E3E1646B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138EA252-9BE5-0ABC-E1CB-0D052651A5C4}"/>
              </a:ext>
            </a:extLst>
          </p:cNvPr>
          <p:cNvSpPr txBox="1"/>
          <p:nvPr/>
        </p:nvSpPr>
        <p:spPr>
          <a:xfrm>
            <a:off x="164008" y="1109742"/>
            <a:ext cx="8479930" cy="3676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forensics plays a major role in cybersecurity defense mechanisms.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Autopsy, Wireshark, and Python improved investigation efficiency.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workflows enhanced scalability and reduced analysis delays.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forensic frameworks provide reliable and legally admissible evidence.</a:t>
            </a:r>
          </a:p>
        </p:txBody>
      </p:sp>
    </p:spTree>
    <p:extLst>
      <p:ext uri="{BB962C8B-B14F-4D97-AF65-F5344CB8AC3E}">
        <p14:creationId xmlns:p14="http://schemas.microsoft.com/office/powerpoint/2010/main" xmlns="" val="1799152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35548</TotalTime>
  <Words>889</Words>
  <Application>Microsoft Office PowerPoint</Application>
  <PresentationFormat>On-screen Show (4:3)</PresentationFormat>
  <Paragraphs>155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HP</cp:lastModifiedBy>
  <cp:revision>2307</cp:revision>
  <dcterms:created xsi:type="dcterms:W3CDTF">2010-04-09T07:36:15Z</dcterms:created>
  <dcterms:modified xsi:type="dcterms:W3CDTF">2026-05-14T16:50:28Z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